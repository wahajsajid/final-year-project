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50713005" cy="46817915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629" userDrawn="1">
          <p15:clr>
            <a:srgbClr val="A4A3A4"/>
          </p15:clr>
        </p15:guide>
        <p15:guide id="2" pos="159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14629"/>
        <p:guide pos="1594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39339" y="7662428"/>
            <a:ext cx="38036035" cy="16300265"/>
          </a:xfrm>
        </p:spPr>
        <p:txBody>
          <a:bodyPr anchor="b"/>
          <a:lstStyle>
            <a:lvl1pPr algn="ctr">
              <a:defRPr sz="3328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39339" y="24591294"/>
            <a:ext cx="38036035" cy="11303970"/>
          </a:xfrm>
        </p:spPr>
        <p:txBody>
          <a:bodyPr/>
          <a:lstStyle>
            <a:lvl1pPr marL="0" indent="0" algn="ctr">
              <a:buNone/>
              <a:defRPr sz="13310"/>
            </a:lvl1pPr>
            <a:lvl2pPr marL="2535555" indent="0" algn="ctr">
              <a:buNone/>
              <a:defRPr sz="11090"/>
            </a:lvl2pPr>
            <a:lvl3pPr marL="5071745" indent="0" algn="ctr">
              <a:buNone/>
              <a:defRPr sz="9990"/>
            </a:lvl3pPr>
            <a:lvl4pPr marL="7607300" indent="0" algn="ctr">
              <a:buNone/>
              <a:defRPr sz="8875"/>
            </a:lvl4pPr>
            <a:lvl5pPr marL="10144125" indent="0" algn="ctr">
              <a:buNone/>
              <a:defRPr sz="8875"/>
            </a:lvl5pPr>
            <a:lvl6pPr marL="12679680" indent="0" algn="ctr">
              <a:buNone/>
              <a:defRPr sz="8875"/>
            </a:lvl6pPr>
            <a:lvl7pPr marL="15213330" indent="0" algn="ctr">
              <a:buNone/>
              <a:defRPr sz="8875"/>
            </a:lvl7pPr>
            <a:lvl8pPr marL="17750790" indent="0" algn="ctr">
              <a:buNone/>
              <a:defRPr sz="8875"/>
            </a:lvl8pPr>
            <a:lvl9pPr marL="20286345" indent="0" algn="ctr">
              <a:buNone/>
              <a:defRPr sz="8875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0223" y="11672467"/>
            <a:ext cx="43741440" cy="19475778"/>
          </a:xfrm>
        </p:spPr>
        <p:txBody>
          <a:bodyPr anchor="b"/>
          <a:lstStyle>
            <a:lvl1pPr>
              <a:defRPr sz="3328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0223" y="31332494"/>
            <a:ext cx="43741440" cy="10241852"/>
          </a:xfrm>
        </p:spPr>
        <p:txBody>
          <a:bodyPr/>
          <a:lstStyle>
            <a:lvl1pPr marL="0" indent="0">
              <a:buNone/>
              <a:defRPr sz="13310">
                <a:solidFill>
                  <a:schemeClr val="tx1">
                    <a:tint val="75000"/>
                  </a:schemeClr>
                </a:solidFill>
              </a:defRPr>
            </a:lvl1pPr>
            <a:lvl2pPr marL="2535555" indent="0">
              <a:buNone/>
              <a:defRPr sz="11090">
                <a:solidFill>
                  <a:schemeClr val="tx1">
                    <a:tint val="75000"/>
                  </a:schemeClr>
                </a:solidFill>
              </a:defRPr>
            </a:lvl2pPr>
            <a:lvl3pPr marL="5071745" indent="0">
              <a:buNone/>
              <a:defRPr sz="9990">
                <a:solidFill>
                  <a:schemeClr val="tx1">
                    <a:tint val="75000"/>
                  </a:schemeClr>
                </a:solidFill>
              </a:defRPr>
            </a:lvl3pPr>
            <a:lvl4pPr marL="7607300" indent="0">
              <a:buNone/>
              <a:defRPr sz="8875">
                <a:solidFill>
                  <a:schemeClr val="tx1">
                    <a:tint val="75000"/>
                  </a:schemeClr>
                </a:solidFill>
              </a:defRPr>
            </a:lvl4pPr>
            <a:lvl5pPr marL="10144125" indent="0">
              <a:buNone/>
              <a:defRPr sz="8875">
                <a:solidFill>
                  <a:schemeClr val="tx1">
                    <a:tint val="75000"/>
                  </a:schemeClr>
                </a:solidFill>
              </a:defRPr>
            </a:lvl5pPr>
            <a:lvl6pPr marL="12679680" indent="0">
              <a:buNone/>
              <a:defRPr sz="8875">
                <a:solidFill>
                  <a:schemeClr val="tx1">
                    <a:tint val="75000"/>
                  </a:schemeClr>
                </a:solidFill>
              </a:defRPr>
            </a:lvl6pPr>
            <a:lvl7pPr marL="15213330" indent="0">
              <a:buNone/>
              <a:defRPr sz="8875">
                <a:solidFill>
                  <a:schemeClr val="tx1">
                    <a:tint val="75000"/>
                  </a:schemeClr>
                </a:solidFill>
              </a:defRPr>
            </a:lvl7pPr>
            <a:lvl8pPr marL="17750790" indent="0">
              <a:buNone/>
              <a:defRPr sz="8875">
                <a:solidFill>
                  <a:schemeClr val="tx1">
                    <a:tint val="75000"/>
                  </a:schemeClr>
                </a:solidFill>
              </a:defRPr>
            </a:lvl8pPr>
            <a:lvl9pPr marL="20286345" indent="0">
              <a:buNone/>
              <a:defRPr sz="887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86637" y="12463633"/>
            <a:ext cx="21553753" cy="2970680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74324" y="12463633"/>
            <a:ext cx="21553753" cy="2970680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3242" y="2492727"/>
            <a:ext cx="43741440" cy="904968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93242" y="11477384"/>
            <a:ext cx="21454699" cy="5624888"/>
          </a:xfrm>
        </p:spPr>
        <p:txBody>
          <a:bodyPr anchor="b"/>
          <a:lstStyle>
            <a:lvl1pPr marL="0" indent="0">
              <a:buNone/>
              <a:defRPr sz="13310" b="1"/>
            </a:lvl1pPr>
            <a:lvl2pPr marL="2535555" indent="0">
              <a:buNone/>
              <a:defRPr sz="11090" b="1"/>
            </a:lvl2pPr>
            <a:lvl3pPr marL="5071745" indent="0">
              <a:buNone/>
              <a:defRPr sz="9990" b="1"/>
            </a:lvl3pPr>
            <a:lvl4pPr marL="7607300" indent="0">
              <a:buNone/>
              <a:defRPr sz="8875" b="1"/>
            </a:lvl4pPr>
            <a:lvl5pPr marL="10144125" indent="0">
              <a:buNone/>
              <a:defRPr sz="8875" b="1"/>
            </a:lvl5pPr>
            <a:lvl6pPr marL="12679680" indent="0">
              <a:buNone/>
              <a:defRPr sz="8875" b="1"/>
            </a:lvl6pPr>
            <a:lvl7pPr marL="15213330" indent="0">
              <a:buNone/>
              <a:defRPr sz="8875" b="1"/>
            </a:lvl7pPr>
            <a:lvl8pPr marL="17750790" indent="0">
              <a:buNone/>
              <a:defRPr sz="8875" b="1"/>
            </a:lvl8pPr>
            <a:lvl9pPr marL="20286345" indent="0">
              <a:buNone/>
              <a:defRPr sz="8875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93242" y="17102272"/>
            <a:ext cx="21454699" cy="2515486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674324" y="11477384"/>
            <a:ext cx="21560359" cy="5624888"/>
          </a:xfrm>
        </p:spPr>
        <p:txBody>
          <a:bodyPr anchor="b"/>
          <a:lstStyle>
            <a:lvl1pPr marL="0" indent="0">
              <a:buNone/>
              <a:defRPr sz="13310" b="1"/>
            </a:lvl1pPr>
            <a:lvl2pPr marL="2535555" indent="0">
              <a:buNone/>
              <a:defRPr sz="11090" b="1"/>
            </a:lvl2pPr>
            <a:lvl3pPr marL="5071745" indent="0">
              <a:buNone/>
              <a:defRPr sz="9990" b="1"/>
            </a:lvl3pPr>
            <a:lvl4pPr marL="7607300" indent="0">
              <a:buNone/>
              <a:defRPr sz="8875" b="1"/>
            </a:lvl4pPr>
            <a:lvl5pPr marL="10144125" indent="0">
              <a:buNone/>
              <a:defRPr sz="8875" b="1"/>
            </a:lvl5pPr>
            <a:lvl6pPr marL="12679680" indent="0">
              <a:buNone/>
              <a:defRPr sz="8875" b="1"/>
            </a:lvl6pPr>
            <a:lvl7pPr marL="15213330" indent="0">
              <a:buNone/>
              <a:defRPr sz="8875" b="1"/>
            </a:lvl7pPr>
            <a:lvl8pPr marL="17750790" indent="0">
              <a:buNone/>
              <a:defRPr sz="8875" b="1"/>
            </a:lvl8pPr>
            <a:lvl9pPr marL="20286345" indent="0">
              <a:buNone/>
              <a:defRPr sz="8875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674324" y="17102272"/>
            <a:ext cx="21560359" cy="2515486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3242" y="3121327"/>
            <a:ext cx="16356814" cy="10924645"/>
          </a:xfrm>
        </p:spPr>
        <p:txBody>
          <a:bodyPr anchor="b"/>
          <a:lstStyle>
            <a:lvl1pPr>
              <a:defRPr sz="17745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60359" y="6741200"/>
            <a:ext cx="25674324" cy="33272482"/>
          </a:xfrm>
        </p:spPr>
        <p:txBody>
          <a:bodyPr/>
          <a:lstStyle>
            <a:lvl1pPr>
              <a:defRPr sz="17745"/>
            </a:lvl1pPr>
            <a:lvl2pPr>
              <a:defRPr sz="15530"/>
            </a:lvl2pPr>
            <a:lvl3pPr>
              <a:defRPr sz="13310"/>
            </a:lvl3pPr>
            <a:lvl4pPr>
              <a:defRPr sz="11090"/>
            </a:lvl4pPr>
            <a:lvl5pPr>
              <a:defRPr sz="11090"/>
            </a:lvl5pPr>
            <a:lvl6pPr>
              <a:defRPr sz="11090"/>
            </a:lvl6pPr>
            <a:lvl7pPr>
              <a:defRPr sz="11090"/>
            </a:lvl7pPr>
            <a:lvl8pPr>
              <a:defRPr sz="11090"/>
            </a:lvl8pPr>
            <a:lvl9pPr>
              <a:defRPr sz="1109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93242" y="14045973"/>
            <a:ext cx="16356814" cy="26021902"/>
          </a:xfrm>
        </p:spPr>
        <p:txBody>
          <a:bodyPr/>
          <a:lstStyle>
            <a:lvl1pPr marL="0" indent="0">
              <a:buNone/>
              <a:defRPr sz="8875"/>
            </a:lvl1pPr>
            <a:lvl2pPr marL="2535555" indent="0">
              <a:buNone/>
              <a:defRPr sz="7760"/>
            </a:lvl2pPr>
            <a:lvl3pPr marL="5071745" indent="0">
              <a:buNone/>
              <a:defRPr sz="6655"/>
            </a:lvl3pPr>
            <a:lvl4pPr marL="7607300" indent="0">
              <a:buNone/>
              <a:defRPr sz="5555"/>
            </a:lvl4pPr>
            <a:lvl5pPr marL="10144125" indent="0">
              <a:buNone/>
              <a:defRPr sz="5555"/>
            </a:lvl5pPr>
            <a:lvl6pPr marL="12679680" indent="0">
              <a:buNone/>
              <a:defRPr sz="5555"/>
            </a:lvl6pPr>
            <a:lvl7pPr marL="15213330" indent="0">
              <a:buNone/>
              <a:defRPr sz="5555"/>
            </a:lvl7pPr>
            <a:lvl8pPr marL="17750790" indent="0">
              <a:buNone/>
              <a:defRPr sz="5555"/>
            </a:lvl8pPr>
            <a:lvl9pPr marL="20286345" indent="0">
              <a:buNone/>
              <a:defRPr sz="5555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3242" y="3121327"/>
            <a:ext cx="16356814" cy="10924645"/>
          </a:xfrm>
        </p:spPr>
        <p:txBody>
          <a:bodyPr anchor="b"/>
          <a:lstStyle>
            <a:lvl1pPr>
              <a:defRPr sz="17745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560359" y="6741200"/>
            <a:ext cx="25674324" cy="33272482"/>
          </a:xfrm>
        </p:spPr>
        <p:txBody>
          <a:bodyPr/>
          <a:lstStyle>
            <a:lvl1pPr marL="0" indent="0">
              <a:buNone/>
              <a:defRPr sz="17745"/>
            </a:lvl1pPr>
            <a:lvl2pPr marL="2535555" indent="0">
              <a:buNone/>
              <a:defRPr sz="15530"/>
            </a:lvl2pPr>
            <a:lvl3pPr marL="5071745" indent="0">
              <a:buNone/>
              <a:defRPr sz="13310"/>
            </a:lvl3pPr>
            <a:lvl4pPr marL="7607300" indent="0">
              <a:buNone/>
              <a:defRPr sz="11090"/>
            </a:lvl4pPr>
            <a:lvl5pPr marL="10144125" indent="0">
              <a:buNone/>
              <a:defRPr sz="11090"/>
            </a:lvl5pPr>
            <a:lvl6pPr marL="12679680" indent="0">
              <a:buNone/>
              <a:defRPr sz="11090"/>
            </a:lvl6pPr>
            <a:lvl7pPr marL="15213330" indent="0">
              <a:buNone/>
              <a:defRPr sz="11090"/>
            </a:lvl7pPr>
            <a:lvl8pPr marL="17750790" indent="0">
              <a:buNone/>
              <a:defRPr sz="11090"/>
            </a:lvl8pPr>
            <a:lvl9pPr marL="20286345" indent="0">
              <a:buNone/>
              <a:defRPr sz="1109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93242" y="14045973"/>
            <a:ext cx="16356814" cy="26021902"/>
          </a:xfrm>
        </p:spPr>
        <p:txBody>
          <a:bodyPr/>
          <a:lstStyle>
            <a:lvl1pPr marL="0" indent="0">
              <a:buNone/>
              <a:defRPr sz="8875"/>
            </a:lvl1pPr>
            <a:lvl2pPr marL="2535555" indent="0">
              <a:buNone/>
              <a:defRPr sz="7760"/>
            </a:lvl2pPr>
            <a:lvl3pPr marL="5071745" indent="0">
              <a:buNone/>
              <a:defRPr sz="6655"/>
            </a:lvl3pPr>
            <a:lvl4pPr marL="7607300" indent="0">
              <a:buNone/>
              <a:defRPr sz="5555"/>
            </a:lvl4pPr>
            <a:lvl5pPr marL="10144125" indent="0">
              <a:buNone/>
              <a:defRPr sz="5555"/>
            </a:lvl5pPr>
            <a:lvl6pPr marL="12679680" indent="0">
              <a:buNone/>
              <a:defRPr sz="5555"/>
            </a:lvl6pPr>
            <a:lvl7pPr marL="15213330" indent="0">
              <a:buNone/>
              <a:defRPr sz="5555"/>
            </a:lvl7pPr>
            <a:lvl8pPr marL="17750790" indent="0">
              <a:buNone/>
              <a:defRPr sz="5555"/>
            </a:lvl8pPr>
            <a:lvl9pPr marL="20286345" indent="0">
              <a:buNone/>
              <a:defRPr sz="5555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292717" y="2492727"/>
            <a:ext cx="10935360" cy="3967770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86637" y="2492727"/>
            <a:ext cx="32172146" cy="3967770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86637" y="2492727"/>
            <a:ext cx="43741440" cy="90496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86637" y="12463633"/>
            <a:ext cx="43741440" cy="29706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86637" y="43395120"/>
            <a:ext cx="11410811" cy="24927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65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799249" y="43395120"/>
            <a:ext cx="17116216" cy="24927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65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817266" y="43395120"/>
            <a:ext cx="11410811" cy="24927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65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071745" rtl="0" eaLnBrk="1" latinLnBrk="0" hangingPunct="1">
        <a:lnSpc>
          <a:spcPct val="90000"/>
        </a:lnSpc>
        <a:spcBef>
          <a:spcPct val="0"/>
        </a:spcBef>
        <a:buNone/>
        <a:defRPr sz="244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68730" indent="-1268730" algn="l" defTabSz="5071745" rtl="0" eaLnBrk="1" latinLnBrk="0" hangingPunct="1">
        <a:lnSpc>
          <a:spcPct val="90000"/>
        </a:lnSpc>
        <a:spcBef>
          <a:spcPts val="5555"/>
        </a:spcBef>
        <a:buFont typeface="Arial" panose="020B0604020202020204" pitchFamily="34" charset="0"/>
        <a:buChar char="•"/>
        <a:defRPr sz="15530" kern="1200">
          <a:solidFill>
            <a:schemeClr val="tx1"/>
          </a:solidFill>
          <a:latin typeface="+mn-lt"/>
          <a:ea typeface="+mn-ea"/>
          <a:cs typeface="+mn-cs"/>
        </a:defRPr>
      </a:lvl1pPr>
      <a:lvl2pPr marL="3803015" indent="-1268730" algn="l" defTabSz="5071745" rtl="0" eaLnBrk="1" latinLnBrk="0" hangingPunct="1">
        <a:lnSpc>
          <a:spcPct val="90000"/>
        </a:lnSpc>
        <a:spcBef>
          <a:spcPct val="557000"/>
        </a:spcBef>
        <a:buFont typeface="Arial" panose="020B0604020202020204" pitchFamily="34" charset="0"/>
        <a:buChar char="•"/>
        <a:defRPr sz="13310" kern="1200">
          <a:solidFill>
            <a:schemeClr val="tx1"/>
          </a:solidFill>
          <a:latin typeface="+mn-lt"/>
          <a:ea typeface="+mn-ea"/>
          <a:cs typeface="+mn-cs"/>
        </a:defRPr>
      </a:lvl2pPr>
      <a:lvl3pPr marL="6338570" indent="-1268730" algn="l" defTabSz="5071745" rtl="0" eaLnBrk="1" latinLnBrk="0" hangingPunct="1">
        <a:lnSpc>
          <a:spcPct val="90000"/>
        </a:lnSpc>
        <a:spcBef>
          <a:spcPct val="557000"/>
        </a:spcBef>
        <a:buFont typeface="Arial" panose="020B0604020202020204" pitchFamily="34" charset="0"/>
        <a:buChar char="•"/>
        <a:defRPr sz="11090" kern="1200">
          <a:solidFill>
            <a:schemeClr val="tx1"/>
          </a:solidFill>
          <a:latin typeface="+mn-lt"/>
          <a:ea typeface="+mn-ea"/>
          <a:cs typeface="+mn-cs"/>
        </a:defRPr>
      </a:lvl3pPr>
      <a:lvl4pPr marL="8874760" indent="-1268730" algn="l" defTabSz="5071745" rtl="0" eaLnBrk="1" latinLnBrk="0" hangingPunct="1">
        <a:lnSpc>
          <a:spcPct val="90000"/>
        </a:lnSpc>
        <a:spcBef>
          <a:spcPct val="557000"/>
        </a:spcBef>
        <a:buFont typeface="Arial" panose="020B0604020202020204" pitchFamily="34" charset="0"/>
        <a:buChar char="•"/>
        <a:defRPr sz="9990" kern="1200">
          <a:solidFill>
            <a:schemeClr val="tx1"/>
          </a:solidFill>
          <a:latin typeface="+mn-lt"/>
          <a:ea typeface="+mn-ea"/>
          <a:cs typeface="+mn-cs"/>
        </a:defRPr>
      </a:lvl4pPr>
      <a:lvl5pPr marL="11412855" indent="-1268730" algn="l" defTabSz="5071745" rtl="0" eaLnBrk="1" latinLnBrk="0" hangingPunct="1">
        <a:lnSpc>
          <a:spcPct val="90000"/>
        </a:lnSpc>
        <a:spcBef>
          <a:spcPct val="557000"/>
        </a:spcBef>
        <a:buFont typeface="Arial" panose="020B0604020202020204" pitchFamily="34" charset="0"/>
        <a:buChar char="•"/>
        <a:defRPr sz="9990" kern="1200">
          <a:solidFill>
            <a:schemeClr val="tx1"/>
          </a:solidFill>
          <a:latin typeface="+mn-lt"/>
          <a:ea typeface="+mn-ea"/>
          <a:cs typeface="+mn-cs"/>
        </a:defRPr>
      </a:lvl5pPr>
      <a:lvl6pPr marL="13945235" indent="-1268730" algn="l" defTabSz="5071745" rtl="0" eaLnBrk="1" latinLnBrk="0" hangingPunct="1">
        <a:lnSpc>
          <a:spcPct val="90000"/>
        </a:lnSpc>
        <a:spcBef>
          <a:spcPct val="557000"/>
        </a:spcBef>
        <a:buFont typeface="Arial" panose="020B0604020202020204" pitchFamily="34" charset="0"/>
        <a:buChar char="•"/>
        <a:defRPr sz="9990" kern="1200">
          <a:solidFill>
            <a:schemeClr val="tx1"/>
          </a:solidFill>
          <a:latin typeface="+mn-lt"/>
          <a:ea typeface="+mn-ea"/>
          <a:cs typeface="+mn-cs"/>
        </a:defRPr>
      </a:lvl6pPr>
      <a:lvl7pPr marL="16482060" indent="-1268730" algn="l" defTabSz="5071745" rtl="0" eaLnBrk="1" latinLnBrk="0" hangingPunct="1">
        <a:lnSpc>
          <a:spcPct val="90000"/>
        </a:lnSpc>
        <a:spcBef>
          <a:spcPct val="557000"/>
        </a:spcBef>
        <a:buFont typeface="Arial" panose="020B0604020202020204" pitchFamily="34" charset="0"/>
        <a:buChar char="•"/>
        <a:defRPr sz="9990" kern="1200">
          <a:solidFill>
            <a:schemeClr val="tx1"/>
          </a:solidFill>
          <a:latin typeface="+mn-lt"/>
          <a:ea typeface="+mn-ea"/>
          <a:cs typeface="+mn-cs"/>
        </a:defRPr>
      </a:lvl7pPr>
      <a:lvl8pPr marL="19017615" indent="-1268730" algn="l" defTabSz="5071745" rtl="0" eaLnBrk="1" latinLnBrk="0" hangingPunct="1">
        <a:lnSpc>
          <a:spcPct val="90000"/>
        </a:lnSpc>
        <a:spcBef>
          <a:spcPct val="557000"/>
        </a:spcBef>
        <a:buFont typeface="Arial" panose="020B0604020202020204" pitchFamily="34" charset="0"/>
        <a:buChar char="•"/>
        <a:defRPr sz="9990" kern="1200">
          <a:solidFill>
            <a:schemeClr val="tx1"/>
          </a:solidFill>
          <a:latin typeface="+mn-lt"/>
          <a:ea typeface="+mn-ea"/>
          <a:cs typeface="+mn-cs"/>
        </a:defRPr>
      </a:lvl8pPr>
      <a:lvl9pPr marL="21553805" indent="-1268730" algn="l" defTabSz="5071745" rtl="0" eaLnBrk="1" latinLnBrk="0" hangingPunct="1">
        <a:lnSpc>
          <a:spcPct val="90000"/>
        </a:lnSpc>
        <a:spcBef>
          <a:spcPct val="557000"/>
        </a:spcBef>
        <a:buFont typeface="Arial" panose="020B0604020202020204" pitchFamily="34" charset="0"/>
        <a:buChar char="•"/>
        <a:defRPr sz="99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71745" rtl="0" eaLnBrk="1" latinLnBrk="0" hangingPunct="1">
        <a:defRPr sz="9990" kern="1200">
          <a:solidFill>
            <a:schemeClr val="tx1"/>
          </a:solidFill>
          <a:latin typeface="+mn-lt"/>
          <a:ea typeface="+mn-ea"/>
          <a:cs typeface="+mn-cs"/>
        </a:defRPr>
      </a:lvl1pPr>
      <a:lvl2pPr marL="2535555" algn="l" defTabSz="5071745" rtl="0" eaLnBrk="1" latinLnBrk="0" hangingPunct="1">
        <a:defRPr sz="9990" kern="1200">
          <a:solidFill>
            <a:schemeClr val="tx1"/>
          </a:solidFill>
          <a:latin typeface="+mn-lt"/>
          <a:ea typeface="+mn-ea"/>
          <a:cs typeface="+mn-cs"/>
        </a:defRPr>
      </a:lvl2pPr>
      <a:lvl3pPr marL="5071745" algn="l" defTabSz="5071745" rtl="0" eaLnBrk="1" latinLnBrk="0" hangingPunct="1">
        <a:defRPr sz="9990" kern="1200">
          <a:solidFill>
            <a:schemeClr val="tx1"/>
          </a:solidFill>
          <a:latin typeface="+mn-lt"/>
          <a:ea typeface="+mn-ea"/>
          <a:cs typeface="+mn-cs"/>
        </a:defRPr>
      </a:lvl3pPr>
      <a:lvl4pPr marL="7607300" algn="l" defTabSz="5071745" rtl="0" eaLnBrk="1" latinLnBrk="0" hangingPunct="1">
        <a:defRPr sz="9990" kern="1200">
          <a:solidFill>
            <a:schemeClr val="tx1"/>
          </a:solidFill>
          <a:latin typeface="+mn-lt"/>
          <a:ea typeface="+mn-ea"/>
          <a:cs typeface="+mn-cs"/>
        </a:defRPr>
      </a:lvl4pPr>
      <a:lvl5pPr marL="10144125" algn="l" defTabSz="5071745" rtl="0" eaLnBrk="1" latinLnBrk="0" hangingPunct="1">
        <a:defRPr sz="9990" kern="1200">
          <a:solidFill>
            <a:schemeClr val="tx1"/>
          </a:solidFill>
          <a:latin typeface="+mn-lt"/>
          <a:ea typeface="+mn-ea"/>
          <a:cs typeface="+mn-cs"/>
        </a:defRPr>
      </a:lvl5pPr>
      <a:lvl6pPr marL="12679680" algn="l" defTabSz="5071745" rtl="0" eaLnBrk="1" latinLnBrk="0" hangingPunct="1">
        <a:defRPr sz="9990" kern="1200">
          <a:solidFill>
            <a:schemeClr val="tx1"/>
          </a:solidFill>
          <a:latin typeface="+mn-lt"/>
          <a:ea typeface="+mn-ea"/>
          <a:cs typeface="+mn-cs"/>
        </a:defRPr>
      </a:lvl6pPr>
      <a:lvl7pPr marL="15213330" algn="l" defTabSz="5071745" rtl="0" eaLnBrk="1" latinLnBrk="0" hangingPunct="1">
        <a:defRPr sz="9990" kern="1200">
          <a:solidFill>
            <a:schemeClr val="tx1"/>
          </a:solidFill>
          <a:latin typeface="+mn-lt"/>
          <a:ea typeface="+mn-ea"/>
          <a:cs typeface="+mn-cs"/>
        </a:defRPr>
      </a:lvl7pPr>
      <a:lvl8pPr marL="17750790" algn="l" defTabSz="5071745" rtl="0" eaLnBrk="1" latinLnBrk="0" hangingPunct="1">
        <a:defRPr sz="9990" kern="1200">
          <a:solidFill>
            <a:schemeClr val="tx1"/>
          </a:solidFill>
          <a:latin typeface="+mn-lt"/>
          <a:ea typeface="+mn-ea"/>
          <a:cs typeface="+mn-cs"/>
        </a:defRPr>
      </a:lvl8pPr>
      <a:lvl9pPr marL="20286345" algn="l" defTabSz="5071745" rtl="0" eaLnBrk="1" latinLnBrk="0" hangingPunct="1">
        <a:defRPr sz="99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s 3"/>
          <p:cNvSpPr/>
          <p:nvPr/>
        </p:nvSpPr>
        <p:spPr>
          <a:xfrm>
            <a:off x="4487545" y="8841105"/>
            <a:ext cx="39808785" cy="176345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 sz="7495"/>
          </a:p>
        </p:txBody>
      </p:sp>
      <p:sp>
        <p:nvSpPr>
          <p:cNvPr id="5" name="Rectangles 4"/>
          <p:cNvSpPr/>
          <p:nvPr/>
        </p:nvSpPr>
        <p:spPr>
          <a:xfrm>
            <a:off x="629285" y="5114290"/>
            <a:ext cx="49383950" cy="406292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 sz="7495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T1c</a:t>
            </a:r>
            <a:endParaRPr lang="en-GB" altLang="en-US" sz="7495"/>
          </a:p>
        </p:txBody>
      </p:sp>
      <p:sp>
        <p:nvSpPr>
          <p:cNvPr id="6" name="Rectangles 5"/>
          <p:cNvSpPr/>
          <p:nvPr/>
        </p:nvSpPr>
        <p:spPr>
          <a:xfrm>
            <a:off x="624840" y="891540"/>
            <a:ext cx="49385220" cy="42227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 sz="7495">
                <a:latin typeface="Times New Roman" panose="02020603050405020304" charset="0"/>
                <a:cs typeface="Times New Roman" panose="02020603050405020304" charset="0"/>
                <a:sym typeface="+mn-ea"/>
              </a:rPr>
              <a:t>Original Volume</a:t>
            </a:r>
            <a:endParaRPr lang="en-GB" altLang="en-US" sz="7495"/>
          </a:p>
        </p:txBody>
      </p:sp>
      <p:cxnSp>
        <p:nvCxnSpPr>
          <p:cNvPr id="7" name="Straight Connector 6"/>
          <p:cNvCxnSpPr/>
          <p:nvPr/>
        </p:nvCxnSpPr>
        <p:spPr>
          <a:xfrm flipH="1">
            <a:off x="18218717" y="1032315"/>
            <a:ext cx="8255" cy="446805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Text Box 7"/>
          <p:cNvSpPr txBox="1"/>
          <p:nvPr/>
        </p:nvSpPr>
        <p:spPr>
          <a:xfrm>
            <a:off x="8660130" y="2070735"/>
            <a:ext cx="9116695" cy="2401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9500" b="1">
                <a:solidFill>
                  <a:schemeClr val="accent5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Original Volume</a:t>
            </a:r>
            <a:endParaRPr lang="en-US" altLang="en-GB" sz="9500" b="1">
              <a:solidFill>
                <a:schemeClr val="accent5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28960524" y="1032656"/>
            <a:ext cx="19685" cy="447186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39282042" y="1032315"/>
            <a:ext cx="45085" cy="447681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7461802" y="929301"/>
            <a:ext cx="12065" cy="44822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Text Box 11"/>
          <p:cNvSpPr txBox="1"/>
          <p:nvPr/>
        </p:nvSpPr>
        <p:spPr>
          <a:xfrm>
            <a:off x="19518630" y="2070735"/>
            <a:ext cx="8578850" cy="2401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GB" sz="9500" b="1">
                <a:solidFill>
                  <a:schemeClr val="accent5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Random Patch</a:t>
            </a:r>
            <a:endParaRPr lang="en-US" altLang="en-GB" sz="9500" b="1">
              <a:solidFill>
                <a:schemeClr val="accent5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31175960" y="2070735"/>
            <a:ext cx="7728585" cy="2401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9500" b="1">
                <a:solidFill>
                  <a:schemeClr val="accent5"/>
                </a:solidFill>
                <a:latin typeface="Times New Roman" panose="02020603050405020304" charset="0"/>
                <a:cs typeface="Times New Roman" panose="02020603050405020304" charset="0"/>
              </a:rPr>
              <a:t>Fixed Patch</a:t>
            </a:r>
            <a:endParaRPr lang="en-US" altLang="en-GB" sz="9500" b="1">
              <a:solidFill>
                <a:schemeClr val="accent5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39703375" y="1801495"/>
            <a:ext cx="10114280" cy="4394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GB" sz="9500" b="1">
                <a:solidFill>
                  <a:schemeClr val="accent5"/>
                </a:solidFill>
                <a:latin typeface="Times New Roman" panose="02020603050405020304" charset="0"/>
                <a:cs typeface="Times New Roman" panose="02020603050405020304" charset="0"/>
              </a:rPr>
              <a:t>Tumor Centered Patch</a:t>
            </a:r>
            <a:endParaRPr lang="en-US" altLang="en-GB" sz="9500" b="1">
              <a:solidFill>
                <a:schemeClr val="accent5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1388110" y="2070735"/>
            <a:ext cx="6097270" cy="2401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9500" b="1">
                <a:latin typeface="Times New Roman" panose="02020603050405020304" charset="0"/>
                <a:cs typeface="Times New Roman" panose="02020603050405020304" charset="0"/>
              </a:rPr>
              <a:t>Modalities</a:t>
            </a:r>
            <a:endParaRPr lang="en-US" altLang="en-GB" sz="95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629331" y="15210374"/>
            <a:ext cx="493807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624665" y="36304621"/>
            <a:ext cx="493807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56110" y="25947771"/>
            <a:ext cx="493807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Text Box 18"/>
          <p:cNvSpPr txBox="1"/>
          <p:nvPr/>
        </p:nvSpPr>
        <p:spPr>
          <a:xfrm>
            <a:off x="2055495" y="8256905"/>
            <a:ext cx="4762500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0000" b="1">
                <a:latin typeface="Times New Roman" panose="02020603050405020304" charset="0"/>
                <a:cs typeface="Times New Roman" panose="02020603050405020304" charset="0"/>
              </a:rPr>
              <a:t>T1c</a:t>
            </a:r>
            <a:endParaRPr lang="en-US" altLang="en-GB" sz="20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1585595" y="19665315"/>
            <a:ext cx="5232400" cy="31692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GB" sz="20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T1n</a:t>
            </a:r>
            <a:endParaRPr lang="en-US" altLang="en-GB" sz="200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2080895" y="29972000"/>
            <a:ext cx="4064000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0000" b="1">
                <a:latin typeface="Times New Roman" panose="02020603050405020304" charset="0"/>
                <a:cs typeface="Times New Roman" panose="02020603050405020304" charset="0"/>
              </a:rPr>
              <a:t>T2f</a:t>
            </a:r>
            <a:endParaRPr lang="en-US" altLang="en-GB" sz="20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1763395" y="39468425"/>
            <a:ext cx="5404485" cy="31692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GB" sz="20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T2w</a:t>
            </a:r>
            <a:endParaRPr lang="en-US" altLang="en-GB" sz="200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23" name="Picture 22" descr="BraTS-GLI-02318-100_T1c_unmask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495" y="5114290"/>
            <a:ext cx="10656570" cy="10095865"/>
          </a:xfrm>
          <a:prstGeom prst="rect">
            <a:avLst/>
          </a:prstGeom>
        </p:spPr>
      </p:pic>
      <p:pic>
        <p:nvPicPr>
          <p:cNvPr id="24" name="Picture 23" descr="BraTS-GLI-02318-100_T1n_unmask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4590" y="15210155"/>
            <a:ext cx="10645140" cy="10726420"/>
          </a:xfrm>
          <a:prstGeom prst="rect">
            <a:avLst/>
          </a:prstGeom>
        </p:spPr>
      </p:pic>
      <p:pic>
        <p:nvPicPr>
          <p:cNvPr id="25" name="Picture 24" descr="BraTS-GLI-02318-100_T2f_unmask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3475" y="26207085"/>
            <a:ext cx="10589895" cy="9968865"/>
          </a:xfrm>
          <a:prstGeom prst="rect">
            <a:avLst/>
          </a:prstGeom>
        </p:spPr>
      </p:pic>
      <p:pic>
        <p:nvPicPr>
          <p:cNvPr id="26" name="Picture 25" descr="BraTS-GLI-02318-100_T2w_unmask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4590" y="36244530"/>
            <a:ext cx="10526395" cy="9467215"/>
          </a:xfrm>
          <a:prstGeom prst="rect">
            <a:avLst/>
          </a:prstGeom>
        </p:spPr>
      </p:pic>
      <p:pic>
        <p:nvPicPr>
          <p:cNvPr id="27" name="Picture 26" descr="T1c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04840" y="5189220"/>
            <a:ext cx="10328910" cy="9908540"/>
          </a:xfrm>
          <a:prstGeom prst="rect">
            <a:avLst/>
          </a:prstGeom>
        </p:spPr>
      </p:pic>
      <p:pic>
        <p:nvPicPr>
          <p:cNvPr id="28" name="Picture 27" descr="T1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16905" y="15396845"/>
            <a:ext cx="10468610" cy="10476230"/>
          </a:xfrm>
          <a:prstGeom prst="rect">
            <a:avLst/>
          </a:prstGeom>
        </p:spPr>
      </p:pic>
      <p:pic>
        <p:nvPicPr>
          <p:cNvPr id="29" name="Picture 28" descr="T2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7680" y="26104850"/>
            <a:ext cx="10636250" cy="10093325"/>
          </a:xfrm>
          <a:prstGeom prst="rect">
            <a:avLst/>
          </a:prstGeom>
        </p:spPr>
      </p:pic>
      <p:pic>
        <p:nvPicPr>
          <p:cNvPr id="30" name="Picture 29" descr="T2w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86095" y="36429950"/>
            <a:ext cx="10583545" cy="9217025"/>
          </a:xfrm>
          <a:prstGeom prst="rect">
            <a:avLst/>
          </a:prstGeom>
        </p:spPr>
      </p:pic>
      <p:pic>
        <p:nvPicPr>
          <p:cNvPr id="31" name="Picture 30" descr="T1c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036645" y="5164455"/>
            <a:ext cx="10221595" cy="9975215"/>
          </a:xfrm>
          <a:prstGeom prst="rect">
            <a:avLst/>
          </a:prstGeom>
        </p:spPr>
      </p:pic>
      <p:pic>
        <p:nvPicPr>
          <p:cNvPr id="32" name="Picture 31" descr="T1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055060" y="15322550"/>
            <a:ext cx="10166350" cy="10546080"/>
          </a:xfrm>
          <a:prstGeom prst="rect">
            <a:avLst/>
          </a:prstGeom>
        </p:spPr>
      </p:pic>
      <p:pic>
        <p:nvPicPr>
          <p:cNvPr id="33" name="Picture 32" descr="T2f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277945" y="26110565"/>
            <a:ext cx="9880600" cy="9953625"/>
          </a:xfrm>
          <a:prstGeom prst="rect">
            <a:avLst/>
          </a:prstGeom>
        </p:spPr>
      </p:pic>
      <p:pic>
        <p:nvPicPr>
          <p:cNvPr id="34" name="Picture 33" descr="T2w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093160" y="36411535"/>
            <a:ext cx="10054590" cy="9173845"/>
          </a:xfrm>
          <a:prstGeom prst="rect">
            <a:avLst/>
          </a:prstGeom>
        </p:spPr>
      </p:pic>
      <p:pic>
        <p:nvPicPr>
          <p:cNvPr id="35" name="Picture 34" descr="BraTS-GLI-02318-100_T1c_unmasked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314755" y="5164455"/>
            <a:ext cx="10822305" cy="10045065"/>
          </a:xfrm>
          <a:prstGeom prst="rect">
            <a:avLst/>
          </a:prstGeom>
        </p:spPr>
      </p:pic>
      <p:pic>
        <p:nvPicPr>
          <p:cNvPr id="36" name="Picture 35" descr="BraTS-GLI-02318-100_T1n_unmasked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281100" y="15069185"/>
            <a:ext cx="10672445" cy="10867390"/>
          </a:xfrm>
          <a:prstGeom prst="rect">
            <a:avLst/>
          </a:prstGeom>
        </p:spPr>
      </p:pic>
      <p:pic>
        <p:nvPicPr>
          <p:cNvPr id="37" name="Picture 36" descr="BraTS-GLI-02318-100_T2f_unmasked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387145" y="25873075"/>
            <a:ext cx="10640060" cy="10324465"/>
          </a:xfrm>
          <a:prstGeom prst="rect">
            <a:avLst/>
          </a:prstGeom>
        </p:spPr>
      </p:pic>
      <p:pic>
        <p:nvPicPr>
          <p:cNvPr id="38" name="Picture 37" descr="BraTS-GLI-02318-100_T2w_unmasked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9350315" y="35891470"/>
            <a:ext cx="10730230" cy="98050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</Words>
  <Application>WPS Presentation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Times New Roman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M Wahaj Sajid Ali</cp:lastModifiedBy>
  <cp:revision>26</cp:revision>
  <dcterms:created xsi:type="dcterms:W3CDTF">2025-07-23T00:59:00Z</dcterms:created>
  <dcterms:modified xsi:type="dcterms:W3CDTF">2026-07-11T11:23:21Z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682646EF1659495CB42AE389261E85B0_11</vt:lpwstr>
  </property>
  <property fmtid="{D5CDD505-2E9C-101B-9397-08002B2CF9AE}" pid="3" name="KSOProductBuildVer">
    <vt:lpwstr>2057-12.2.0.23206</vt:lpwstr>
  </property>
</Properties>
</file>
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22992715" cy="1405763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478" userDrawn="1">
          <p15:clr>
            <a:srgbClr val="A4A3A4"/>
          </p15:clr>
        </p15:guide>
        <p15:guide id="2" pos="721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4478"/>
        <p:guide pos="721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74236" y="2300798"/>
            <a:ext cx="17245417" cy="4894482"/>
          </a:xfrm>
        </p:spPr>
        <p:txBody>
          <a:bodyPr anchor="b"/>
          <a:lstStyle>
            <a:lvl1pPr algn="ctr">
              <a:defRPr sz="123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74236" y="7384030"/>
            <a:ext cx="17245417" cy="3394244"/>
          </a:xfrm>
        </p:spPr>
        <p:txBody>
          <a:bodyPr/>
          <a:lstStyle>
            <a:lvl1pPr marL="0" indent="0" algn="ctr">
              <a:buNone/>
              <a:defRPr sz="4920"/>
            </a:lvl1pPr>
            <a:lvl2pPr marL="937260" indent="0" algn="ctr">
              <a:buNone/>
              <a:defRPr sz="4100"/>
            </a:lvl2pPr>
            <a:lvl3pPr marL="1874520" indent="0" algn="ctr">
              <a:buNone/>
              <a:defRPr sz="3690"/>
            </a:lvl3pPr>
            <a:lvl4pPr marL="2811780" indent="0" algn="ctr">
              <a:buNone/>
              <a:defRPr sz="3280"/>
            </a:lvl4pPr>
            <a:lvl5pPr marL="3749040" indent="0" algn="ctr">
              <a:buNone/>
              <a:defRPr sz="3280"/>
            </a:lvl5pPr>
            <a:lvl6pPr marL="4686300" indent="0" algn="ctr">
              <a:buNone/>
              <a:defRPr sz="3280"/>
            </a:lvl6pPr>
            <a:lvl7pPr marL="5623560" indent="0" algn="ctr">
              <a:buNone/>
              <a:defRPr sz="3280"/>
            </a:lvl7pPr>
            <a:lvl8pPr marL="6560820" indent="0" algn="ctr">
              <a:buNone/>
              <a:defRPr sz="3280"/>
            </a:lvl8pPr>
            <a:lvl9pPr marL="7498080" indent="0" algn="ctr">
              <a:buNone/>
              <a:defRPr sz="328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8854" y="3504892"/>
            <a:ext cx="19832229" cy="5847993"/>
          </a:xfrm>
        </p:spPr>
        <p:txBody>
          <a:bodyPr anchor="b"/>
          <a:lstStyle>
            <a:lvl1pPr>
              <a:defRPr sz="123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8854" y="9408210"/>
            <a:ext cx="19832229" cy="3075322"/>
          </a:xfrm>
        </p:spPr>
        <p:txBody>
          <a:bodyPr/>
          <a:lstStyle>
            <a:lvl1pPr marL="0" indent="0">
              <a:buNone/>
              <a:defRPr sz="4920">
                <a:solidFill>
                  <a:schemeClr val="tx1">
                    <a:tint val="75000"/>
                  </a:schemeClr>
                </a:solidFill>
              </a:defRPr>
            </a:lvl1pPr>
            <a:lvl2pPr marL="937260" indent="0">
              <a:buNone/>
              <a:defRPr sz="4100">
                <a:solidFill>
                  <a:schemeClr val="tx1">
                    <a:tint val="75000"/>
                  </a:schemeClr>
                </a:solidFill>
              </a:defRPr>
            </a:lvl2pPr>
            <a:lvl3pPr marL="1874520" indent="0">
              <a:buNone/>
              <a:defRPr sz="3690">
                <a:solidFill>
                  <a:schemeClr val="tx1">
                    <a:tint val="75000"/>
                  </a:schemeClr>
                </a:solidFill>
              </a:defRPr>
            </a:lvl3pPr>
            <a:lvl4pPr marL="2811780" indent="0">
              <a:buNone/>
              <a:defRPr sz="3280">
                <a:solidFill>
                  <a:schemeClr val="tx1">
                    <a:tint val="75000"/>
                  </a:schemeClr>
                </a:solidFill>
              </a:defRPr>
            </a:lvl4pPr>
            <a:lvl5pPr marL="3749040" indent="0">
              <a:buNone/>
              <a:defRPr sz="3280">
                <a:solidFill>
                  <a:schemeClr val="tx1">
                    <a:tint val="75000"/>
                  </a:schemeClr>
                </a:solidFill>
              </a:defRPr>
            </a:lvl5pPr>
            <a:lvl6pPr marL="4686300" indent="0">
              <a:buNone/>
              <a:defRPr sz="3280">
                <a:solidFill>
                  <a:schemeClr val="tx1">
                    <a:tint val="75000"/>
                  </a:schemeClr>
                </a:solidFill>
              </a:defRPr>
            </a:lvl6pPr>
            <a:lvl7pPr marL="5623560" indent="0">
              <a:buNone/>
              <a:defRPr sz="3280">
                <a:solidFill>
                  <a:schemeClr val="tx1">
                    <a:tint val="75000"/>
                  </a:schemeClr>
                </a:solidFill>
              </a:defRPr>
            </a:lvl7pPr>
            <a:lvl8pPr marL="6560820" indent="0">
              <a:buNone/>
              <a:defRPr sz="3280">
                <a:solidFill>
                  <a:schemeClr val="tx1">
                    <a:tint val="75000"/>
                  </a:schemeClr>
                </a:solidFill>
              </a:defRPr>
            </a:lvl8pPr>
            <a:lvl9pPr marL="7498080" indent="0">
              <a:buNone/>
              <a:defRPr sz="32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0830" y="3742456"/>
            <a:ext cx="9772403" cy="892006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640656" y="3742456"/>
            <a:ext cx="9772403" cy="892006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3825" y="748491"/>
            <a:ext cx="19832229" cy="27173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825" y="3446315"/>
            <a:ext cx="9727492" cy="1688986"/>
          </a:xfrm>
        </p:spPr>
        <p:txBody>
          <a:bodyPr anchor="b"/>
          <a:lstStyle>
            <a:lvl1pPr marL="0" indent="0">
              <a:buNone/>
              <a:defRPr sz="4920" b="1"/>
            </a:lvl1pPr>
            <a:lvl2pPr marL="937260" indent="0">
              <a:buNone/>
              <a:defRPr sz="4100" b="1"/>
            </a:lvl2pPr>
            <a:lvl3pPr marL="1874520" indent="0">
              <a:buNone/>
              <a:defRPr sz="3690" b="1"/>
            </a:lvl3pPr>
            <a:lvl4pPr marL="2811780" indent="0">
              <a:buNone/>
              <a:defRPr sz="3280" b="1"/>
            </a:lvl4pPr>
            <a:lvl5pPr marL="3749040" indent="0">
              <a:buNone/>
              <a:defRPr sz="3280" b="1"/>
            </a:lvl5pPr>
            <a:lvl6pPr marL="4686300" indent="0">
              <a:buNone/>
              <a:defRPr sz="3280" b="1"/>
            </a:lvl6pPr>
            <a:lvl7pPr marL="5623560" indent="0">
              <a:buNone/>
              <a:defRPr sz="3280" b="1"/>
            </a:lvl7pPr>
            <a:lvl8pPr marL="6560820" indent="0">
              <a:buNone/>
              <a:defRPr sz="3280" b="1"/>
            </a:lvl8pPr>
            <a:lvl9pPr marL="7498080" indent="0">
              <a:buNone/>
              <a:defRPr sz="328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825" y="5135301"/>
            <a:ext cx="9727492" cy="755325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640656" y="3446315"/>
            <a:ext cx="9775398" cy="1688986"/>
          </a:xfrm>
        </p:spPr>
        <p:txBody>
          <a:bodyPr anchor="b"/>
          <a:lstStyle>
            <a:lvl1pPr marL="0" indent="0">
              <a:buNone/>
              <a:defRPr sz="4920" b="1"/>
            </a:lvl1pPr>
            <a:lvl2pPr marL="937260" indent="0">
              <a:buNone/>
              <a:defRPr sz="4100" b="1"/>
            </a:lvl2pPr>
            <a:lvl3pPr marL="1874520" indent="0">
              <a:buNone/>
              <a:defRPr sz="3690" b="1"/>
            </a:lvl3pPr>
            <a:lvl4pPr marL="2811780" indent="0">
              <a:buNone/>
              <a:defRPr sz="3280" b="1"/>
            </a:lvl4pPr>
            <a:lvl5pPr marL="3749040" indent="0">
              <a:buNone/>
              <a:defRPr sz="3280" b="1"/>
            </a:lvl5pPr>
            <a:lvl6pPr marL="4686300" indent="0">
              <a:buNone/>
              <a:defRPr sz="3280" b="1"/>
            </a:lvl6pPr>
            <a:lvl7pPr marL="5623560" indent="0">
              <a:buNone/>
              <a:defRPr sz="3280" b="1"/>
            </a:lvl7pPr>
            <a:lvl8pPr marL="6560820" indent="0">
              <a:buNone/>
              <a:defRPr sz="3280" b="1"/>
            </a:lvl8pPr>
            <a:lvl9pPr marL="7498080" indent="0">
              <a:buNone/>
              <a:defRPr sz="328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640656" y="5135301"/>
            <a:ext cx="9775398" cy="755325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3825" y="937241"/>
            <a:ext cx="7416127" cy="3280344"/>
          </a:xfrm>
        </p:spPr>
        <p:txBody>
          <a:bodyPr anchor="b"/>
          <a:lstStyle>
            <a:lvl1pPr>
              <a:defRPr sz="656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75398" y="2024181"/>
            <a:ext cx="11640656" cy="9990731"/>
          </a:xfrm>
        </p:spPr>
        <p:txBody>
          <a:bodyPr/>
          <a:lstStyle>
            <a:lvl1pPr>
              <a:defRPr sz="6560"/>
            </a:lvl1pPr>
            <a:lvl2pPr>
              <a:defRPr sz="5740"/>
            </a:lvl2pPr>
            <a:lvl3pPr>
              <a:defRPr sz="4920"/>
            </a:lvl3pPr>
            <a:lvl4pPr>
              <a:defRPr sz="4100"/>
            </a:lvl4pPr>
            <a:lvl5pPr>
              <a:defRPr sz="4100"/>
            </a:lvl5pPr>
            <a:lvl6pPr>
              <a:defRPr sz="4100"/>
            </a:lvl6pPr>
            <a:lvl7pPr>
              <a:defRPr sz="4100"/>
            </a:lvl7pPr>
            <a:lvl8pPr>
              <a:defRPr sz="4100"/>
            </a:lvl8pPr>
            <a:lvl9pPr>
              <a:defRPr sz="41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83825" y="4217585"/>
            <a:ext cx="7416127" cy="7813598"/>
          </a:xfrm>
        </p:spPr>
        <p:txBody>
          <a:bodyPr/>
          <a:lstStyle>
            <a:lvl1pPr marL="0" indent="0">
              <a:buNone/>
              <a:defRPr sz="3280"/>
            </a:lvl1pPr>
            <a:lvl2pPr marL="937260" indent="0">
              <a:buNone/>
              <a:defRPr sz="2870"/>
            </a:lvl2pPr>
            <a:lvl3pPr marL="1874520" indent="0">
              <a:buNone/>
              <a:defRPr sz="2460"/>
            </a:lvl3pPr>
            <a:lvl4pPr marL="2811780" indent="0">
              <a:buNone/>
              <a:defRPr sz="2050"/>
            </a:lvl4pPr>
            <a:lvl5pPr marL="3749040" indent="0">
              <a:buNone/>
              <a:defRPr sz="2050"/>
            </a:lvl5pPr>
            <a:lvl6pPr marL="4686300" indent="0">
              <a:buNone/>
              <a:defRPr sz="2050"/>
            </a:lvl6pPr>
            <a:lvl7pPr marL="5623560" indent="0">
              <a:buNone/>
              <a:defRPr sz="2050"/>
            </a:lvl7pPr>
            <a:lvl8pPr marL="6560820" indent="0">
              <a:buNone/>
              <a:defRPr sz="2050"/>
            </a:lvl8pPr>
            <a:lvl9pPr marL="7498080" indent="0">
              <a:buNone/>
              <a:defRPr sz="20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3825" y="937241"/>
            <a:ext cx="7416127" cy="3280344"/>
          </a:xfrm>
        </p:spPr>
        <p:txBody>
          <a:bodyPr anchor="b"/>
          <a:lstStyle>
            <a:lvl1pPr>
              <a:defRPr sz="656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775398" y="2024181"/>
            <a:ext cx="11640656" cy="9990731"/>
          </a:xfrm>
        </p:spPr>
        <p:txBody>
          <a:bodyPr/>
          <a:lstStyle>
            <a:lvl1pPr marL="0" indent="0">
              <a:buNone/>
              <a:defRPr sz="6560"/>
            </a:lvl1pPr>
            <a:lvl2pPr marL="937260" indent="0">
              <a:buNone/>
              <a:defRPr sz="5740"/>
            </a:lvl2pPr>
            <a:lvl3pPr marL="1874520" indent="0">
              <a:buNone/>
              <a:defRPr sz="4920"/>
            </a:lvl3pPr>
            <a:lvl4pPr marL="2811780" indent="0">
              <a:buNone/>
              <a:defRPr sz="4100"/>
            </a:lvl4pPr>
            <a:lvl5pPr marL="3749040" indent="0">
              <a:buNone/>
              <a:defRPr sz="4100"/>
            </a:lvl5pPr>
            <a:lvl6pPr marL="4686300" indent="0">
              <a:buNone/>
              <a:defRPr sz="4100"/>
            </a:lvl6pPr>
            <a:lvl7pPr marL="5623560" indent="0">
              <a:buNone/>
              <a:defRPr sz="4100"/>
            </a:lvl7pPr>
            <a:lvl8pPr marL="6560820" indent="0">
              <a:buNone/>
              <a:defRPr sz="4100"/>
            </a:lvl8pPr>
            <a:lvl9pPr marL="7498080" indent="0">
              <a:buNone/>
              <a:defRPr sz="41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83825" y="4217585"/>
            <a:ext cx="7416127" cy="7813598"/>
          </a:xfrm>
        </p:spPr>
        <p:txBody>
          <a:bodyPr/>
          <a:lstStyle>
            <a:lvl1pPr marL="0" indent="0">
              <a:buNone/>
              <a:defRPr sz="3280"/>
            </a:lvl1pPr>
            <a:lvl2pPr marL="937260" indent="0">
              <a:buNone/>
              <a:defRPr sz="2870"/>
            </a:lvl2pPr>
            <a:lvl3pPr marL="1874520" indent="0">
              <a:buNone/>
              <a:defRPr sz="2460"/>
            </a:lvl3pPr>
            <a:lvl4pPr marL="2811780" indent="0">
              <a:buNone/>
              <a:defRPr sz="2050"/>
            </a:lvl4pPr>
            <a:lvl5pPr marL="3749040" indent="0">
              <a:buNone/>
              <a:defRPr sz="2050"/>
            </a:lvl5pPr>
            <a:lvl6pPr marL="4686300" indent="0">
              <a:buNone/>
              <a:defRPr sz="2050"/>
            </a:lvl6pPr>
            <a:lvl7pPr marL="5623560" indent="0">
              <a:buNone/>
              <a:defRPr sz="2050"/>
            </a:lvl7pPr>
            <a:lvl8pPr marL="6560820" indent="0">
              <a:buNone/>
              <a:defRPr sz="2050"/>
            </a:lvl8pPr>
            <a:lvl9pPr marL="7498080" indent="0">
              <a:buNone/>
              <a:defRPr sz="20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455002" y="748491"/>
            <a:ext cx="4958057" cy="1191402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80830" y="748491"/>
            <a:ext cx="14586748" cy="1191402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80830" y="748491"/>
            <a:ext cx="19832229" cy="27173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0830" y="3742456"/>
            <a:ext cx="19832229" cy="89200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80830" y="13030256"/>
            <a:ext cx="5173625" cy="7484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16726" y="13030256"/>
            <a:ext cx="7760438" cy="7484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239434" y="13030256"/>
            <a:ext cx="5173625" cy="7484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874520" rtl="0" eaLnBrk="1" latinLnBrk="0" hangingPunct="1">
        <a:lnSpc>
          <a:spcPct val="90000"/>
        </a:lnSpc>
        <a:spcBef>
          <a:spcPct val="0"/>
        </a:spcBef>
        <a:buNone/>
        <a:defRPr sz="90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68630" indent="-468630" algn="l" defTabSz="1874520" rtl="0" eaLnBrk="1" latinLnBrk="0" hangingPunct="1">
        <a:lnSpc>
          <a:spcPct val="90000"/>
        </a:lnSpc>
        <a:spcBef>
          <a:spcPct val="411000"/>
        </a:spcBef>
        <a:buFont typeface="Arial" panose="020B0604020202020204" pitchFamily="34" charset="0"/>
        <a:buChar char="•"/>
        <a:defRPr sz="5740" kern="1200">
          <a:solidFill>
            <a:schemeClr val="tx1"/>
          </a:solidFill>
          <a:latin typeface="+mn-lt"/>
          <a:ea typeface="+mn-ea"/>
          <a:cs typeface="+mn-cs"/>
        </a:defRPr>
      </a:lvl1pPr>
      <a:lvl2pPr marL="1405890" indent="-468630" algn="l" defTabSz="1874520" rtl="0" eaLnBrk="1" latinLnBrk="0" hangingPunct="1">
        <a:lnSpc>
          <a:spcPct val="90000"/>
        </a:lnSpc>
        <a:spcBef>
          <a:spcPct val="206000"/>
        </a:spcBef>
        <a:buFont typeface="Arial" panose="020B0604020202020204" pitchFamily="34" charset="0"/>
        <a:buChar char="•"/>
        <a:defRPr sz="4920" kern="1200">
          <a:solidFill>
            <a:schemeClr val="tx1"/>
          </a:solidFill>
          <a:latin typeface="+mn-lt"/>
          <a:ea typeface="+mn-ea"/>
          <a:cs typeface="+mn-cs"/>
        </a:defRPr>
      </a:lvl2pPr>
      <a:lvl3pPr marL="2343150" indent="-468630" algn="l" defTabSz="1874520" rtl="0" eaLnBrk="1" latinLnBrk="0" hangingPunct="1">
        <a:lnSpc>
          <a:spcPct val="90000"/>
        </a:lnSpc>
        <a:spcBef>
          <a:spcPct val="206000"/>
        </a:spcBef>
        <a:buFont typeface="Arial" panose="020B0604020202020204" pitchFamily="34" charset="0"/>
        <a:buChar char="•"/>
        <a:defRPr sz="4100" kern="1200">
          <a:solidFill>
            <a:schemeClr val="tx1"/>
          </a:solidFill>
          <a:latin typeface="+mn-lt"/>
          <a:ea typeface="+mn-ea"/>
          <a:cs typeface="+mn-cs"/>
        </a:defRPr>
      </a:lvl3pPr>
      <a:lvl4pPr marL="3280410" indent="-468630" algn="l" defTabSz="1874520" rtl="0" eaLnBrk="1" latinLnBrk="0" hangingPunct="1">
        <a:lnSpc>
          <a:spcPct val="90000"/>
        </a:lnSpc>
        <a:spcBef>
          <a:spcPct val="206000"/>
        </a:spcBef>
        <a:buFont typeface="Arial" panose="020B0604020202020204" pitchFamily="34" charset="0"/>
        <a:buChar char="•"/>
        <a:defRPr sz="3690" kern="1200">
          <a:solidFill>
            <a:schemeClr val="tx1"/>
          </a:solidFill>
          <a:latin typeface="+mn-lt"/>
          <a:ea typeface="+mn-ea"/>
          <a:cs typeface="+mn-cs"/>
        </a:defRPr>
      </a:lvl4pPr>
      <a:lvl5pPr marL="4217670" indent="-468630" algn="l" defTabSz="1874520" rtl="0" eaLnBrk="1" latinLnBrk="0" hangingPunct="1">
        <a:lnSpc>
          <a:spcPct val="90000"/>
        </a:lnSpc>
        <a:spcBef>
          <a:spcPct val="206000"/>
        </a:spcBef>
        <a:buFont typeface="Arial" panose="020B0604020202020204" pitchFamily="34" charset="0"/>
        <a:buChar char="•"/>
        <a:defRPr sz="3690" kern="1200">
          <a:solidFill>
            <a:schemeClr val="tx1"/>
          </a:solidFill>
          <a:latin typeface="+mn-lt"/>
          <a:ea typeface="+mn-ea"/>
          <a:cs typeface="+mn-cs"/>
        </a:defRPr>
      </a:lvl5pPr>
      <a:lvl6pPr marL="5154930" indent="-468630" algn="l" defTabSz="1874520" rtl="0" eaLnBrk="1" latinLnBrk="0" hangingPunct="1">
        <a:lnSpc>
          <a:spcPct val="90000"/>
        </a:lnSpc>
        <a:spcBef>
          <a:spcPct val="206000"/>
        </a:spcBef>
        <a:buFont typeface="Arial" panose="020B0604020202020204" pitchFamily="34" charset="0"/>
        <a:buChar char="•"/>
        <a:defRPr sz="3690" kern="1200">
          <a:solidFill>
            <a:schemeClr val="tx1"/>
          </a:solidFill>
          <a:latin typeface="+mn-lt"/>
          <a:ea typeface="+mn-ea"/>
          <a:cs typeface="+mn-cs"/>
        </a:defRPr>
      </a:lvl6pPr>
      <a:lvl7pPr marL="6092190" indent="-468630" algn="l" defTabSz="1874520" rtl="0" eaLnBrk="1" latinLnBrk="0" hangingPunct="1">
        <a:lnSpc>
          <a:spcPct val="90000"/>
        </a:lnSpc>
        <a:spcBef>
          <a:spcPct val="206000"/>
        </a:spcBef>
        <a:buFont typeface="Arial" panose="020B0604020202020204" pitchFamily="34" charset="0"/>
        <a:buChar char="•"/>
        <a:defRPr sz="3690" kern="1200">
          <a:solidFill>
            <a:schemeClr val="tx1"/>
          </a:solidFill>
          <a:latin typeface="+mn-lt"/>
          <a:ea typeface="+mn-ea"/>
          <a:cs typeface="+mn-cs"/>
        </a:defRPr>
      </a:lvl7pPr>
      <a:lvl8pPr marL="7029450" indent="-468630" algn="l" defTabSz="1874520" rtl="0" eaLnBrk="1" latinLnBrk="0" hangingPunct="1">
        <a:lnSpc>
          <a:spcPct val="90000"/>
        </a:lnSpc>
        <a:spcBef>
          <a:spcPct val="206000"/>
        </a:spcBef>
        <a:buFont typeface="Arial" panose="020B0604020202020204" pitchFamily="34" charset="0"/>
        <a:buChar char="•"/>
        <a:defRPr sz="3690" kern="1200">
          <a:solidFill>
            <a:schemeClr val="tx1"/>
          </a:solidFill>
          <a:latin typeface="+mn-lt"/>
          <a:ea typeface="+mn-ea"/>
          <a:cs typeface="+mn-cs"/>
        </a:defRPr>
      </a:lvl8pPr>
      <a:lvl9pPr marL="7966710" indent="-468630" algn="l" defTabSz="1874520" rtl="0" eaLnBrk="1" latinLnBrk="0" hangingPunct="1">
        <a:lnSpc>
          <a:spcPct val="90000"/>
        </a:lnSpc>
        <a:spcBef>
          <a:spcPct val="206000"/>
        </a:spcBef>
        <a:buFont typeface="Arial" panose="020B0604020202020204" pitchFamily="34" charset="0"/>
        <a:buChar char="•"/>
        <a:defRPr sz="36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74520" rtl="0" eaLnBrk="1" latinLnBrk="0" hangingPunct="1">
        <a:defRPr sz="3690" kern="1200">
          <a:solidFill>
            <a:schemeClr val="tx1"/>
          </a:solidFill>
          <a:latin typeface="+mn-lt"/>
          <a:ea typeface="+mn-ea"/>
          <a:cs typeface="+mn-cs"/>
        </a:defRPr>
      </a:lvl1pPr>
      <a:lvl2pPr marL="937260" algn="l" defTabSz="1874520" rtl="0" eaLnBrk="1" latinLnBrk="0" hangingPunct="1">
        <a:defRPr sz="3690" kern="1200">
          <a:solidFill>
            <a:schemeClr val="tx1"/>
          </a:solidFill>
          <a:latin typeface="+mn-lt"/>
          <a:ea typeface="+mn-ea"/>
          <a:cs typeface="+mn-cs"/>
        </a:defRPr>
      </a:lvl2pPr>
      <a:lvl3pPr marL="1874520" algn="l" defTabSz="1874520" rtl="0" eaLnBrk="1" latinLnBrk="0" hangingPunct="1">
        <a:defRPr sz="3690" kern="1200">
          <a:solidFill>
            <a:schemeClr val="tx1"/>
          </a:solidFill>
          <a:latin typeface="+mn-lt"/>
          <a:ea typeface="+mn-ea"/>
          <a:cs typeface="+mn-cs"/>
        </a:defRPr>
      </a:lvl3pPr>
      <a:lvl4pPr marL="2811780" algn="l" defTabSz="1874520" rtl="0" eaLnBrk="1" latinLnBrk="0" hangingPunct="1">
        <a:defRPr sz="3690" kern="1200">
          <a:solidFill>
            <a:schemeClr val="tx1"/>
          </a:solidFill>
          <a:latin typeface="+mn-lt"/>
          <a:ea typeface="+mn-ea"/>
          <a:cs typeface="+mn-cs"/>
        </a:defRPr>
      </a:lvl4pPr>
      <a:lvl5pPr marL="3749040" algn="l" defTabSz="1874520" rtl="0" eaLnBrk="1" latinLnBrk="0" hangingPunct="1">
        <a:defRPr sz="3690" kern="1200">
          <a:solidFill>
            <a:schemeClr val="tx1"/>
          </a:solidFill>
          <a:latin typeface="+mn-lt"/>
          <a:ea typeface="+mn-ea"/>
          <a:cs typeface="+mn-cs"/>
        </a:defRPr>
      </a:lvl5pPr>
      <a:lvl6pPr marL="4686300" algn="l" defTabSz="1874520" rtl="0" eaLnBrk="1" latinLnBrk="0" hangingPunct="1">
        <a:defRPr sz="3690" kern="1200">
          <a:solidFill>
            <a:schemeClr val="tx1"/>
          </a:solidFill>
          <a:latin typeface="+mn-lt"/>
          <a:ea typeface="+mn-ea"/>
          <a:cs typeface="+mn-cs"/>
        </a:defRPr>
      </a:lvl6pPr>
      <a:lvl7pPr marL="5623560" algn="l" defTabSz="1874520" rtl="0" eaLnBrk="1" latinLnBrk="0" hangingPunct="1">
        <a:defRPr sz="3690" kern="1200">
          <a:solidFill>
            <a:schemeClr val="tx1"/>
          </a:solidFill>
          <a:latin typeface="+mn-lt"/>
          <a:ea typeface="+mn-ea"/>
          <a:cs typeface="+mn-cs"/>
        </a:defRPr>
      </a:lvl7pPr>
      <a:lvl8pPr marL="6560820" algn="l" defTabSz="1874520" rtl="0" eaLnBrk="1" latinLnBrk="0" hangingPunct="1">
        <a:defRPr sz="3690" kern="1200">
          <a:solidFill>
            <a:schemeClr val="tx1"/>
          </a:solidFill>
          <a:latin typeface="+mn-lt"/>
          <a:ea typeface="+mn-ea"/>
          <a:cs typeface="+mn-cs"/>
        </a:defRPr>
      </a:lvl8pPr>
      <a:lvl9pPr marL="7498080" algn="l" defTabSz="1874520" rtl="0" eaLnBrk="1" latinLnBrk="0" hangingPunct="1">
        <a:defRPr sz="36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6" Type="http://schemas.openxmlformats.org/officeDocument/2006/relationships/slideLayout" Target="../slideLayouts/slideLayout1.xml"/><Relationship Id="rId55" Type="http://schemas.openxmlformats.org/officeDocument/2006/relationships/tags" Target="../tags/tag47.xml"/><Relationship Id="rId54" Type="http://schemas.openxmlformats.org/officeDocument/2006/relationships/tags" Target="../tags/tag46.xml"/><Relationship Id="rId53" Type="http://schemas.openxmlformats.org/officeDocument/2006/relationships/tags" Target="../tags/tag45.xml"/><Relationship Id="rId52" Type="http://schemas.openxmlformats.org/officeDocument/2006/relationships/image" Target="../media/image8.png"/><Relationship Id="rId51" Type="http://schemas.openxmlformats.org/officeDocument/2006/relationships/tags" Target="../tags/tag44.xml"/><Relationship Id="rId50" Type="http://schemas.openxmlformats.org/officeDocument/2006/relationships/tags" Target="../tags/tag43.xml"/><Relationship Id="rId5" Type="http://schemas.openxmlformats.org/officeDocument/2006/relationships/tags" Target="../tags/tag4.xml"/><Relationship Id="rId49" Type="http://schemas.openxmlformats.org/officeDocument/2006/relationships/tags" Target="../tags/tag42.xml"/><Relationship Id="rId48" Type="http://schemas.openxmlformats.org/officeDocument/2006/relationships/tags" Target="../tags/tag41.xml"/><Relationship Id="rId47" Type="http://schemas.openxmlformats.org/officeDocument/2006/relationships/tags" Target="../tags/tag40.xml"/><Relationship Id="rId46" Type="http://schemas.openxmlformats.org/officeDocument/2006/relationships/tags" Target="../tags/tag39.xml"/><Relationship Id="rId45" Type="http://schemas.openxmlformats.org/officeDocument/2006/relationships/tags" Target="../tags/tag38.xml"/><Relationship Id="rId44" Type="http://schemas.openxmlformats.org/officeDocument/2006/relationships/image" Target="../media/image7.png"/><Relationship Id="rId43" Type="http://schemas.openxmlformats.org/officeDocument/2006/relationships/tags" Target="../tags/tag37.xml"/><Relationship Id="rId42" Type="http://schemas.openxmlformats.org/officeDocument/2006/relationships/tags" Target="../tags/tag36.xml"/><Relationship Id="rId41" Type="http://schemas.openxmlformats.org/officeDocument/2006/relationships/tags" Target="../tags/tag35.xml"/><Relationship Id="rId40" Type="http://schemas.openxmlformats.org/officeDocument/2006/relationships/tags" Target="../tags/tag34.xml"/><Relationship Id="rId4" Type="http://schemas.openxmlformats.org/officeDocument/2006/relationships/image" Target="../media/image1.png"/><Relationship Id="rId39" Type="http://schemas.openxmlformats.org/officeDocument/2006/relationships/tags" Target="../tags/tag33.xml"/><Relationship Id="rId38" Type="http://schemas.openxmlformats.org/officeDocument/2006/relationships/image" Target="../media/image6.png"/><Relationship Id="rId37" Type="http://schemas.openxmlformats.org/officeDocument/2006/relationships/tags" Target="../tags/tag32.xml"/><Relationship Id="rId36" Type="http://schemas.openxmlformats.org/officeDocument/2006/relationships/tags" Target="../tags/tag31.xml"/><Relationship Id="rId35" Type="http://schemas.openxmlformats.org/officeDocument/2006/relationships/tags" Target="../tags/tag30.xml"/><Relationship Id="rId34" Type="http://schemas.openxmlformats.org/officeDocument/2006/relationships/tags" Target="../tags/tag29.xml"/><Relationship Id="rId33" Type="http://schemas.openxmlformats.org/officeDocument/2006/relationships/tags" Target="../tags/tag28.xml"/><Relationship Id="rId32" Type="http://schemas.openxmlformats.org/officeDocument/2006/relationships/tags" Target="../tags/tag27.xml"/><Relationship Id="rId31" Type="http://schemas.openxmlformats.org/officeDocument/2006/relationships/image" Target="../media/image5.png"/><Relationship Id="rId30" Type="http://schemas.openxmlformats.org/officeDocument/2006/relationships/tags" Target="../tags/tag26.xml"/><Relationship Id="rId3" Type="http://schemas.openxmlformats.org/officeDocument/2006/relationships/tags" Target="../tags/tag3.xml"/><Relationship Id="rId29" Type="http://schemas.openxmlformats.org/officeDocument/2006/relationships/tags" Target="../tags/tag25.xml"/><Relationship Id="rId28" Type="http://schemas.openxmlformats.org/officeDocument/2006/relationships/image" Target="../media/image4.png"/><Relationship Id="rId27" Type="http://schemas.openxmlformats.org/officeDocument/2006/relationships/tags" Target="../tags/tag24.xml"/><Relationship Id="rId26" Type="http://schemas.openxmlformats.org/officeDocument/2006/relationships/tags" Target="../tags/tag23.xml"/><Relationship Id="rId25" Type="http://schemas.openxmlformats.org/officeDocument/2006/relationships/tags" Target="../tags/tag22.xml"/><Relationship Id="rId24" Type="http://schemas.openxmlformats.org/officeDocument/2006/relationships/tags" Target="../tags/tag21.xml"/><Relationship Id="rId23" Type="http://schemas.openxmlformats.org/officeDocument/2006/relationships/tags" Target="../tags/tag20.xml"/><Relationship Id="rId22" Type="http://schemas.openxmlformats.org/officeDocument/2006/relationships/tags" Target="../tags/tag19.xml"/><Relationship Id="rId21" Type="http://schemas.openxmlformats.org/officeDocument/2006/relationships/tags" Target="../tags/tag18.xml"/><Relationship Id="rId20" Type="http://schemas.openxmlformats.org/officeDocument/2006/relationships/tags" Target="../tags/tag17.xml"/><Relationship Id="rId2" Type="http://schemas.openxmlformats.org/officeDocument/2006/relationships/tags" Target="../tags/tag2.xml"/><Relationship Id="rId19" Type="http://schemas.openxmlformats.org/officeDocument/2006/relationships/tags" Target="../tags/tag16.xml"/><Relationship Id="rId18" Type="http://schemas.openxmlformats.org/officeDocument/2006/relationships/tags" Target="../tags/tag15.xml"/><Relationship Id="rId17" Type="http://schemas.openxmlformats.org/officeDocument/2006/relationships/image" Target="../media/image3.png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image" Target="../media/image2.png"/><Relationship Id="rId10" Type="http://schemas.openxmlformats.org/officeDocument/2006/relationships/tags" Target="../tags/tag9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s 3"/>
          <p:cNvSpPr/>
          <p:nvPr/>
        </p:nvSpPr>
        <p:spPr>
          <a:xfrm>
            <a:off x="134292" y="128273"/>
            <a:ext cx="5044573" cy="2349562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en-GB">
              <a:solidFill>
                <a:schemeClr val="tx1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59394" y="220102"/>
            <a:ext cx="438228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Multi-Parametric MRI (Full 3D Volumes)</a:t>
            </a:r>
            <a:endParaRPr lang="en-US" altLang="en-GB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GB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6" name="Group 5"/>
          <p:cNvGrpSpPr/>
          <p:nvPr>
            <p:custDataLst>
              <p:tags r:id="rId1"/>
            </p:custDataLst>
          </p:nvPr>
        </p:nvGrpSpPr>
        <p:grpSpPr>
          <a:xfrm>
            <a:off x="213891" y="734336"/>
            <a:ext cx="1257977" cy="1696142"/>
            <a:chOff x="835546" y="3183673"/>
            <a:chExt cx="1381201" cy="1501332"/>
          </a:xfrm>
        </p:grpSpPr>
        <p:grpSp>
          <p:nvGrpSpPr>
            <p:cNvPr id="13" name="Group 12"/>
            <p:cNvGrpSpPr/>
            <p:nvPr/>
          </p:nvGrpSpPr>
          <p:grpSpPr>
            <a:xfrm>
              <a:off x="835546" y="3183673"/>
              <a:ext cx="1103626" cy="1501332"/>
              <a:chOff x="733" y="541307"/>
              <a:chExt cx="1103626" cy="1501332"/>
            </a:xfrm>
          </p:grpSpPr>
          <p:sp>
            <p:nvSpPr>
              <p:cNvPr id="15" name="Cube 14"/>
              <p:cNvSpPr/>
              <p:nvPr>
                <p:custDataLst>
                  <p:tags r:id="rId2"/>
                </p:custDataLst>
              </p:nvPr>
            </p:nvSpPr>
            <p:spPr>
              <a:xfrm>
                <a:off x="733" y="856190"/>
                <a:ext cx="1103626" cy="1147480"/>
              </a:xfrm>
              <a:prstGeom prst="cub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70" dirty="0">
                    <a:ln>
                      <a:solidFill>
                        <a:sysClr val="windowText" lastClr="000000"/>
                      </a:solidFill>
                    </a:ln>
                    <a:solidFill>
                      <a:sysClr val="windowText" lastClr="000000"/>
                    </a:solidFill>
                  </a:rPr>
                  <a:t>Input Volume</a:t>
                </a:r>
                <a:endParaRPr lang="en-US" sz="1370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  <p:pic>
            <p:nvPicPr>
              <p:cNvPr id="16" name="Picture 15" descr="C:/Users/Wahaj Sajid/Desktop/T1c.pngT1c"/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 rotWithShape="1">
              <a:blip r:embed="rId4"/>
              <a:srcRect l="13650" r="13650"/>
              <a:stretch>
                <a:fillRect/>
              </a:stretch>
            </p:blipFill>
            <p:spPr>
              <a:xfrm>
                <a:off x="9787" y="1126427"/>
                <a:ext cx="782640" cy="916212"/>
              </a:xfrm>
              <a:prstGeom prst="rect">
                <a:avLst/>
              </a:prstGeom>
            </p:spPr>
          </p:pic>
          <p:pic>
            <p:nvPicPr>
              <p:cNvPr id="17" name="Picture 16" descr="C:/Users/Wahaj Sajid/Desktop/T1c.pngT1c"/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 rotWithShape="1">
              <a:blip r:embed="rId4"/>
              <a:srcRect l="11376" r="11376"/>
              <a:stretch>
                <a:fillRect/>
              </a:stretch>
            </p:blipFill>
            <p:spPr>
              <a:xfrm rot="21086742">
                <a:off x="129343" y="541307"/>
                <a:ext cx="816395" cy="900000"/>
              </a:xfrm>
              <a:prstGeom prst="rect">
                <a:avLst/>
              </a:prstGeom>
              <a:scene3d>
                <a:camera prst="isometricOffAxis2Top"/>
                <a:lightRig rig="threePt" dir="t"/>
              </a:scene3d>
            </p:spPr>
          </p:pic>
        </p:grpSp>
        <p:pic>
          <p:nvPicPr>
            <p:cNvPr id="18" name="Picture 17" descr="C:/Users/Wahaj Sajid/Desktop/T1c.pngT1c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 rotWithShape="1">
            <a:blip r:embed="rId4"/>
            <a:srcRect l="10675" r="10675"/>
            <a:stretch>
              <a:fillRect/>
            </a:stretch>
          </p:blipFill>
          <p:spPr>
            <a:xfrm>
              <a:off x="1326523" y="3621235"/>
              <a:ext cx="890224" cy="963876"/>
            </a:xfrm>
            <a:prstGeom prst="rect">
              <a:avLst/>
            </a:prstGeom>
            <a:scene3d>
              <a:camera prst="isometricOffAxis2Right"/>
              <a:lightRig rig="threePt" dir="t"/>
            </a:scene3d>
          </p:spPr>
        </p:pic>
      </p:grpSp>
      <p:sp>
        <p:nvSpPr>
          <p:cNvPr id="7" name="Text Box 6"/>
          <p:cNvSpPr txBox="1"/>
          <p:nvPr>
            <p:custDataLst>
              <p:tags r:id="rId7"/>
            </p:custDataLst>
          </p:nvPr>
        </p:nvSpPr>
        <p:spPr>
          <a:xfrm>
            <a:off x="458154" y="613180"/>
            <a:ext cx="84457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T1c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8" name="Group 7"/>
          <p:cNvGrpSpPr/>
          <p:nvPr>
            <p:custDataLst>
              <p:tags r:id="rId8"/>
            </p:custDataLst>
          </p:nvPr>
        </p:nvGrpSpPr>
        <p:grpSpPr>
          <a:xfrm>
            <a:off x="1463612" y="676549"/>
            <a:ext cx="1238927" cy="1722178"/>
            <a:chOff x="835546" y="3183673"/>
            <a:chExt cx="1381201" cy="1501332"/>
          </a:xfrm>
        </p:grpSpPr>
        <p:grpSp>
          <p:nvGrpSpPr>
            <p:cNvPr id="9" name="Group 8"/>
            <p:cNvGrpSpPr/>
            <p:nvPr/>
          </p:nvGrpSpPr>
          <p:grpSpPr>
            <a:xfrm>
              <a:off x="835546" y="3183673"/>
              <a:ext cx="1103626" cy="1501332"/>
              <a:chOff x="733" y="541307"/>
              <a:chExt cx="1103626" cy="1501332"/>
            </a:xfrm>
          </p:grpSpPr>
          <p:sp>
            <p:nvSpPr>
              <p:cNvPr id="10" name="Cube 9"/>
              <p:cNvSpPr/>
              <p:nvPr>
                <p:custDataLst>
                  <p:tags r:id="rId9"/>
                </p:custDataLst>
              </p:nvPr>
            </p:nvSpPr>
            <p:spPr>
              <a:xfrm>
                <a:off x="733" y="856190"/>
                <a:ext cx="1103626" cy="1147480"/>
              </a:xfrm>
              <a:prstGeom prst="cub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70" dirty="0">
                    <a:ln>
                      <a:solidFill>
                        <a:sysClr val="windowText" lastClr="000000"/>
                      </a:solidFill>
                    </a:ln>
                    <a:solidFill>
                      <a:sysClr val="windowText" lastClr="000000"/>
                    </a:solidFill>
                  </a:rPr>
                  <a:t>Input Volume</a:t>
                </a:r>
                <a:endParaRPr lang="en-US" sz="1370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  <p:pic>
            <p:nvPicPr>
              <p:cNvPr id="11" name="Picture 10" descr="C:/Users/Wahaj Sajid/Desktop/T1n.pngT1n"/>
              <p:cNvPicPr>
                <a:picLocks noChangeAspect="1"/>
              </p:cNvPicPr>
              <p:nvPr>
                <p:custDataLst>
                  <p:tags r:id="rId10"/>
                </p:custDataLst>
              </p:nvPr>
            </p:nvPicPr>
            <p:blipFill rotWithShape="1">
              <a:blip r:embed="rId11"/>
              <a:srcRect l="7278" r="7278"/>
              <a:stretch>
                <a:fillRect/>
              </a:stretch>
            </p:blipFill>
            <p:spPr>
              <a:xfrm>
                <a:off x="9787" y="1126427"/>
                <a:ext cx="782640" cy="916212"/>
              </a:xfrm>
              <a:prstGeom prst="rect">
                <a:avLst/>
              </a:prstGeom>
            </p:spPr>
          </p:pic>
          <p:pic>
            <p:nvPicPr>
              <p:cNvPr id="12" name="Picture 11" descr="C:/Users/Wahaj Sajid/Desktop/T1n.pngT1n"/>
              <p:cNvPicPr>
                <a:picLocks noChangeAspect="1"/>
              </p:cNvPicPr>
              <p:nvPr>
                <p:custDataLst>
                  <p:tags r:id="rId12"/>
                </p:custDataLst>
              </p:nvPr>
            </p:nvPicPr>
            <p:blipFill rotWithShape="1">
              <a:blip r:embed="rId11"/>
              <a:srcRect l="4634" r="4634"/>
              <a:stretch>
                <a:fillRect/>
              </a:stretch>
            </p:blipFill>
            <p:spPr>
              <a:xfrm rot="21086742">
                <a:off x="129343" y="541307"/>
                <a:ext cx="816395" cy="900000"/>
              </a:xfrm>
              <a:prstGeom prst="rect">
                <a:avLst/>
              </a:prstGeom>
              <a:scene3d>
                <a:camera prst="isometricOffAxis2Top"/>
                <a:lightRig rig="threePt" dir="t"/>
              </a:scene3d>
            </p:spPr>
          </p:pic>
        </p:grpSp>
        <p:pic>
          <p:nvPicPr>
            <p:cNvPr id="14" name="Picture 13" descr="C:/Users/Wahaj Sajid/Desktop/T1n.pngT1n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 rotWithShape="1">
            <a:blip r:embed="rId11"/>
            <a:srcRect l="3817" r="3817"/>
            <a:stretch>
              <a:fillRect/>
            </a:stretch>
          </p:blipFill>
          <p:spPr>
            <a:xfrm>
              <a:off x="1326523" y="3621235"/>
              <a:ext cx="890224" cy="963876"/>
            </a:xfrm>
            <a:prstGeom prst="rect">
              <a:avLst/>
            </a:prstGeom>
            <a:scene3d>
              <a:camera prst="isometricOffAxis2Right"/>
              <a:lightRig rig="threePt" dir="t"/>
            </a:scene3d>
          </p:spPr>
        </p:pic>
      </p:grpSp>
      <p:grpSp>
        <p:nvGrpSpPr>
          <p:cNvPr id="26" name="Group 25"/>
          <p:cNvGrpSpPr/>
          <p:nvPr>
            <p:custDataLst>
              <p:tags r:id="rId14"/>
            </p:custDataLst>
          </p:nvPr>
        </p:nvGrpSpPr>
        <p:grpSpPr>
          <a:xfrm>
            <a:off x="2604111" y="665119"/>
            <a:ext cx="1300524" cy="1733608"/>
            <a:chOff x="835546" y="3183673"/>
            <a:chExt cx="1381201" cy="1501332"/>
          </a:xfrm>
        </p:grpSpPr>
        <p:grpSp>
          <p:nvGrpSpPr>
            <p:cNvPr id="27" name="Group 26"/>
            <p:cNvGrpSpPr/>
            <p:nvPr/>
          </p:nvGrpSpPr>
          <p:grpSpPr>
            <a:xfrm>
              <a:off x="835546" y="3183673"/>
              <a:ext cx="1103626" cy="1501332"/>
              <a:chOff x="733" y="541307"/>
              <a:chExt cx="1103626" cy="1501332"/>
            </a:xfrm>
          </p:grpSpPr>
          <p:sp>
            <p:nvSpPr>
              <p:cNvPr id="28" name="Cube 27"/>
              <p:cNvSpPr/>
              <p:nvPr>
                <p:custDataLst>
                  <p:tags r:id="rId15"/>
                </p:custDataLst>
              </p:nvPr>
            </p:nvSpPr>
            <p:spPr>
              <a:xfrm>
                <a:off x="733" y="856190"/>
                <a:ext cx="1103626" cy="1147480"/>
              </a:xfrm>
              <a:prstGeom prst="cub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70" dirty="0">
                    <a:ln>
                      <a:solidFill>
                        <a:sysClr val="windowText" lastClr="000000"/>
                      </a:solidFill>
                    </a:ln>
                    <a:solidFill>
                      <a:sysClr val="windowText" lastClr="000000"/>
                    </a:solidFill>
                  </a:rPr>
                  <a:t>Input Volume</a:t>
                </a:r>
                <a:endParaRPr lang="en-US" sz="1370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  <p:pic>
            <p:nvPicPr>
              <p:cNvPr id="29" name="Picture 28" descr="C:/Users/Wahaj Sajid/Desktop/T2f.pngT2f"/>
              <p:cNvPicPr>
                <a:picLocks noChangeAspect="1"/>
              </p:cNvPicPr>
              <p:nvPr>
                <p:custDataLst>
                  <p:tags r:id="rId16"/>
                </p:custDataLst>
              </p:nvPr>
            </p:nvPicPr>
            <p:blipFill rotWithShape="1">
              <a:blip r:embed="rId17"/>
              <a:srcRect l="6937" r="6937"/>
              <a:stretch>
                <a:fillRect/>
              </a:stretch>
            </p:blipFill>
            <p:spPr>
              <a:xfrm>
                <a:off x="9787" y="1126427"/>
                <a:ext cx="782640" cy="916212"/>
              </a:xfrm>
              <a:prstGeom prst="rect">
                <a:avLst/>
              </a:prstGeom>
            </p:spPr>
          </p:pic>
          <p:pic>
            <p:nvPicPr>
              <p:cNvPr id="30" name="Picture 29" descr="C:/Users/Wahaj Sajid/Desktop/T2f.pngT2f"/>
              <p:cNvPicPr>
                <a:picLocks noChangeAspect="1"/>
              </p:cNvPicPr>
              <p:nvPr>
                <p:custDataLst>
                  <p:tags r:id="rId18"/>
                </p:custDataLst>
              </p:nvPr>
            </p:nvPicPr>
            <p:blipFill rotWithShape="1">
              <a:blip r:embed="rId17"/>
              <a:srcRect l="4253" r="4253"/>
              <a:stretch>
                <a:fillRect/>
              </a:stretch>
            </p:blipFill>
            <p:spPr>
              <a:xfrm rot="21086742">
                <a:off x="129343" y="541307"/>
                <a:ext cx="816395" cy="900000"/>
              </a:xfrm>
              <a:prstGeom prst="rect">
                <a:avLst/>
              </a:prstGeom>
              <a:scene3d>
                <a:camera prst="isometricOffAxis2Top"/>
                <a:lightRig rig="threePt" dir="t"/>
              </a:scene3d>
            </p:spPr>
          </p:pic>
        </p:grpSp>
        <p:pic>
          <p:nvPicPr>
            <p:cNvPr id="31" name="Picture 30" descr="C:/Users/Wahaj Sajid/Desktop/T2f.pngT2f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 rotWithShape="1">
            <a:blip r:embed="rId17"/>
            <a:srcRect l="3428" r="3428"/>
            <a:stretch>
              <a:fillRect/>
            </a:stretch>
          </p:blipFill>
          <p:spPr>
            <a:xfrm>
              <a:off x="1326523" y="3621235"/>
              <a:ext cx="890224" cy="963876"/>
            </a:xfrm>
            <a:prstGeom prst="rect">
              <a:avLst/>
            </a:prstGeom>
            <a:scene3d>
              <a:camera prst="isometricOffAxis2Right"/>
              <a:lightRig rig="threePt" dir="t"/>
            </a:scene3d>
          </p:spPr>
        </p:pic>
      </p:grpSp>
      <p:sp>
        <p:nvSpPr>
          <p:cNvPr id="32" name="Text Box 31"/>
          <p:cNvSpPr txBox="1"/>
          <p:nvPr>
            <p:custDataLst>
              <p:tags r:id="rId20"/>
            </p:custDataLst>
          </p:nvPr>
        </p:nvSpPr>
        <p:spPr>
          <a:xfrm>
            <a:off x="1740260" y="613180"/>
            <a:ext cx="84457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T1n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3" name="Text Box 32"/>
          <p:cNvSpPr txBox="1"/>
          <p:nvPr>
            <p:custDataLst>
              <p:tags r:id="rId21"/>
            </p:custDataLst>
          </p:nvPr>
        </p:nvSpPr>
        <p:spPr>
          <a:xfrm>
            <a:off x="2929021" y="613180"/>
            <a:ext cx="84457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T2f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34" name="Group 33"/>
          <p:cNvGrpSpPr/>
          <p:nvPr>
            <p:custDataLst>
              <p:tags r:id="rId22"/>
            </p:custDataLst>
          </p:nvPr>
        </p:nvGrpSpPr>
        <p:grpSpPr>
          <a:xfrm>
            <a:off x="3895744" y="634638"/>
            <a:ext cx="1330370" cy="1763454"/>
            <a:chOff x="835546" y="3183673"/>
            <a:chExt cx="1381201" cy="1501332"/>
          </a:xfrm>
        </p:grpSpPr>
        <p:grpSp>
          <p:nvGrpSpPr>
            <p:cNvPr id="35" name="Group 34"/>
            <p:cNvGrpSpPr/>
            <p:nvPr/>
          </p:nvGrpSpPr>
          <p:grpSpPr>
            <a:xfrm>
              <a:off x="835546" y="3183673"/>
              <a:ext cx="1103626" cy="1501332"/>
              <a:chOff x="733" y="541307"/>
              <a:chExt cx="1103626" cy="1501332"/>
            </a:xfrm>
          </p:grpSpPr>
          <p:sp>
            <p:nvSpPr>
              <p:cNvPr id="36" name="Cube 35"/>
              <p:cNvSpPr/>
              <p:nvPr>
                <p:custDataLst>
                  <p:tags r:id="rId23"/>
                </p:custDataLst>
              </p:nvPr>
            </p:nvSpPr>
            <p:spPr>
              <a:xfrm>
                <a:off x="733" y="856190"/>
                <a:ext cx="1103626" cy="1147480"/>
              </a:xfrm>
              <a:prstGeom prst="cub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70" dirty="0">
                    <a:ln>
                      <a:solidFill>
                        <a:sysClr val="windowText" lastClr="000000"/>
                      </a:solidFill>
                    </a:ln>
                    <a:solidFill>
                      <a:sysClr val="windowText" lastClr="000000"/>
                    </a:solidFill>
                  </a:rPr>
                  <a:t>Input Volume</a:t>
                </a:r>
                <a:endParaRPr lang="en-US" sz="1370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  <p:pic>
            <p:nvPicPr>
              <p:cNvPr id="37" name="Picture 36" descr="C:/Users/Wahaj Sajid/Desktop/T2f.pngT2f"/>
              <p:cNvPicPr>
                <a:picLocks noChangeAspect="1"/>
              </p:cNvPicPr>
              <p:nvPr>
                <p:custDataLst>
                  <p:tags r:id="rId24"/>
                </p:custDataLst>
              </p:nvPr>
            </p:nvPicPr>
            <p:blipFill rotWithShape="1">
              <a:blip r:embed="rId17"/>
              <a:srcRect l="6937" r="6937"/>
              <a:stretch>
                <a:fillRect/>
              </a:stretch>
            </p:blipFill>
            <p:spPr>
              <a:xfrm>
                <a:off x="9787" y="1126427"/>
                <a:ext cx="782640" cy="916212"/>
              </a:xfrm>
              <a:prstGeom prst="rect">
                <a:avLst/>
              </a:prstGeom>
            </p:spPr>
          </p:pic>
          <p:pic>
            <p:nvPicPr>
              <p:cNvPr id="38" name="Picture 37" descr="C:/Users/Wahaj Sajid/Desktop/T2f.pngT2f"/>
              <p:cNvPicPr>
                <a:picLocks noChangeAspect="1"/>
              </p:cNvPicPr>
              <p:nvPr>
                <p:custDataLst>
                  <p:tags r:id="rId25"/>
                </p:custDataLst>
              </p:nvPr>
            </p:nvPicPr>
            <p:blipFill rotWithShape="1">
              <a:blip r:embed="rId17"/>
              <a:srcRect l="4253" r="4253"/>
              <a:stretch>
                <a:fillRect/>
              </a:stretch>
            </p:blipFill>
            <p:spPr>
              <a:xfrm rot="21086742">
                <a:off x="129343" y="541307"/>
                <a:ext cx="816395" cy="900000"/>
              </a:xfrm>
              <a:prstGeom prst="rect">
                <a:avLst/>
              </a:prstGeom>
              <a:scene3d>
                <a:camera prst="isometricOffAxis2Top"/>
                <a:lightRig rig="threePt" dir="t"/>
              </a:scene3d>
            </p:spPr>
          </p:pic>
        </p:grpSp>
        <p:pic>
          <p:nvPicPr>
            <p:cNvPr id="39" name="Picture 38" descr="C:/Users/Wahaj Sajid/Desktop/T2f.pngT2f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 rotWithShape="1">
            <a:blip r:embed="rId17"/>
            <a:srcRect l="3428" r="3428"/>
            <a:stretch>
              <a:fillRect/>
            </a:stretch>
          </p:blipFill>
          <p:spPr>
            <a:xfrm>
              <a:off x="1326523" y="3621235"/>
              <a:ext cx="890224" cy="963876"/>
            </a:xfrm>
            <a:prstGeom prst="rect">
              <a:avLst/>
            </a:prstGeom>
            <a:scene3d>
              <a:camera prst="isometricOffAxis2Right"/>
              <a:lightRig rig="threePt" dir="t"/>
            </a:scene3d>
          </p:spPr>
        </p:pic>
      </p:grpSp>
      <p:sp>
        <p:nvSpPr>
          <p:cNvPr id="40" name="Text Box 39"/>
          <p:cNvSpPr txBox="1"/>
          <p:nvPr>
            <p:custDataLst>
              <p:tags r:id="rId27"/>
            </p:custDataLst>
          </p:nvPr>
        </p:nvSpPr>
        <p:spPr>
          <a:xfrm>
            <a:off x="4233353" y="613180"/>
            <a:ext cx="84457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T2w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1" name="Rectangles 40"/>
          <p:cNvSpPr/>
          <p:nvPr/>
        </p:nvSpPr>
        <p:spPr>
          <a:xfrm>
            <a:off x="878124" y="2791805"/>
            <a:ext cx="3467216" cy="915701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en-GB">
              <a:solidFill>
                <a:schemeClr val="tx1"/>
              </a:solidFill>
            </a:endParaRPr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2601571" y="2478105"/>
            <a:ext cx="2540" cy="31624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Text Box 42"/>
          <p:cNvSpPr txBox="1"/>
          <p:nvPr/>
        </p:nvSpPr>
        <p:spPr>
          <a:xfrm>
            <a:off x="1081964" y="2781645"/>
            <a:ext cx="3222098" cy="485156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GB" sz="1500" b="1">
                <a:latin typeface="Times New Roman" panose="02020603050405020304" charset="0"/>
                <a:cs typeface="Times New Roman" panose="02020603050405020304" charset="0"/>
              </a:rPr>
              <a:t>Un-Supervised Tumor-Centered Patch Extraction </a:t>
            </a:r>
            <a:endParaRPr lang="en-US" altLang="en-GB" sz="15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4" name="Text Box 43"/>
          <p:cNvSpPr txBox="1"/>
          <p:nvPr/>
        </p:nvSpPr>
        <p:spPr>
          <a:xfrm>
            <a:off x="1325592" y="3313290"/>
            <a:ext cx="2762978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1500">
                <a:latin typeface="Times New Roman" panose="02020603050405020304" charset="0"/>
                <a:cs typeface="Times New Roman" panose="02020603050405020304" charset="0"/>
              </a:rPr>
              <a:t>Preserve complete tumor context</a:t>
            </a:r>
            <a:endParaRPr lang="en-US" altLang="en-GB" sz="15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45" name="Straight Arrow Connector 44"/>
          <p:cNvCxnSpPr/>
          <p:nvPr/>
        </p:nvCxnSpPr>
        <p:spPr>
          <a:xfrm>
            <a:off x="2585061" y="6674288"/>
            <a:ext cx="1905" cy="43498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6" name="Rectangles 45"/>
          <p:cNvSpPr/>
          <p:nvPr/>
        </p:nvSpPr>
        <p:spPr>
          <a:xfrm>
            <a:off x="181610" y="4058285"/>
            <a:ext cx="5044440" cy="256159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en-GB">
              <a:solidFill>
                <a:schemeClr val="tx1"/>
              </a:solidFill>
            </a:endParaRPr>
          </a:p>
        </p:txBody>
      </p:sp>
      <p:sp>
        <p:nvSpPr>
          <p:cNvPr id="48" name="Text Box 47"/>
          <p:cNvSpPr txBox="1"/>
          <p:nvPr/>
        </p:nvSpPr>
        <p:spPr>
          <a:xfrm>
            <a:off x="420052" y="4126117"/>
            <a:ext cx="47588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Tumor-Centered 3D Volumes (All Modalities)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" name="Straight Arrow Connector 1"/>
          <p:cNvCxnSpPr/>
          <p:nvPr/>
        </p:nvCxnSpPr>
        <p:spPr>
          <a:xfrm>
            <a:off x="9361323" y="4058052"/>
            <a:ext cx="667385" cy="6985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Rectangles 18"/>
          <p:cNvSpPr/>
          <p:nvPr/>
        </p:nvSpPr>
        <p:spPr>
          <a:xfrm>
            <a:off x="222144" y="7175968"/>
            <a:ext cx="5044609" cy="53278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Tumor-Centered 3D Volumes (All Modalities)</a:t>
            </a:r>
            <a:endParaRPr lang="en-US" altLang="en-GB">
              <a:solidFill>
                <a:schemeClr val="tx1"/>
              </a:solidFill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975694" y="7257384"/>
            <a:ext cx="363041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Input Patch (128 x 128 x 128 x 4)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5226113" y="5220754"/>
            <a:ext cx="466741" cy="952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Rectangles 23"/>
          <p:cNvSpPr/>
          <p:nvPr/>
        </p:nvSpPr>
        <p:spPr>
          <a:xfrm>
            <a:off x="5740481" y="1482382"/>
            <a:ext cx="2040324" cy="4557548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25" name="Text Box 24"/>
          <p:cNvSpPr txBox="1"/>
          <p:nvPr/>
        </p:nvSpPr>
        <p:spPr>
          <a:xfrm>
            <a:off x="6350516" y="1655876"/>
            <a:ext cx="110747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chemeClr val="accent1"/>
                </a:solidFill>
              </a:rPr>
              <a:t>Encoder</a:t>
            </a:r>
            <a:endParaRPr lang="en-US" altLang="en-GB" b="1">
              <a:solidFill>
                <a:schemeClr val="accent1"/>
              </a:solidFill>
            </a:endParaRPr>
          </a:p>
        </p:txBody>
      </p:sp>
      <p:sp>
        <p:nvSpPr>
          <p:cNvPr id="47" name="Text Box 46"/>
          <p:cNvSpPr txBox="1"/>
          <p:nvPr/>
        </p:nvSpPr>
        <p:spPr>
          <a:xfrm>
            <a:off x="5705969" y="2450922"/>
            <a:ext cx="541038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1600" b="1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E1</a:t>
            </a:r>
            <a:endParaRPr lang="en-US" altLang="en-GB" sz="1600" b="1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9" name="Rectangles 48"/>
          <p:cNvSpPr/>
          <p:nvPr/>
        </p:nvSpPr>
        <p:spPr>
          <a:xfrm>
            <a:off x="6115778" y="2274254"/>
            <a:ext cx="1567868" cy="6077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51" name="Text Box 50"/>
          <p:cNvSpPr txBox="1"/>
          <p:nvPr/>
        </p:nvSpPr>
        <p:spPr>
          <a:xfrm>
            <a:off x="6088252" y="2327728"/>
            <a:ext cx="1713288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1200">
                <a:latin typeface="Times New Roman" panose="02020603050405020304" charset="0"/>
                <a:cs typeface="Times New Roman" panose="02020603050405020304" charset="0"/>
              </a:rPr>
              <a:t>Conv3D + IN + GELU</a:t>
            </a:r>
            <a:endParaRPr lang="en-US" altLang="en-GB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2" name="Text Box 51"/>
          <p:cNvSpPr txBox="1"/>
          <p:nvPr/>
        </p:nvSpPr>
        <p:spPr>
          <a:xfrm>
            <a:off x="6692157" y="2603327"/>
            <a:ext cx="495317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1400"/>
              <a:t>(16)</a:t>
            </a:r>
            <a:endParaRPr lang="en-US" altLang="en-GB" sz="1400"/>
          </a:p>
        </p:txBody>
      </p:sp>
      <p:sp>
        <p:nvSpPr>
          <p:cNvPr id="53" name="Text Box 52"/>
          <p:cNvSpPr txBox="1"/>
          <p:nvPr/>
        </p:nvSpPr>
        <p:spPr>
          <a:xfrm>
            <a:off x="5713589" y="3499978"/>
            <a:ext cx="45975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1600" b="1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E2</a:t>
            </a:r>
            <a:endParaRPr lang="en-US" altLang="en-GB" sz="1600" b="1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4" name="Rectangles 53"/>
          <p:cNvSpPr/>
          <p:nvPr/>
        </p:nvSpPr>
        <p:spPr>
          <a:xfrm>
            <a:off x="6115778" y="3265522"/>
            <a:ext cx="1567868" cy="6077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57" name="Text Box 56"/>
          <p:cNvSpPr txBox="1"/>
          <p:nvPr/>
        </p:nvSpPr>
        <p:spPr>
          <a:xfrm>
            <a:off x="6120638" y="3328522"/>
            <a:ext cx="1600254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1200">
                <a:latin typeface="Times New Roman" panose="02020603050405020304" charset="0"/>
                <a:cs typeface="Times New Roman" panose="02020603050405020304" charset="0"/>
              </a:rPr>
              <a:t>Conv3D + IN + GELU</a:t>
            </a:r>
            <a:endParaRPr lang="en-US" altLang="en-GB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8" name="Text Box 57"/>
          <p:cNvSpPr txBox="1"/>
          <p:nvPr/>
        </p:nvSpPr>
        <p:spPr>
          <a:xfrm>
            <a:off x="6683267" y="3582530"/>
            <a:ext cx="504207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GB" sz="1400">
                <a:sym typeface="+mn-ea"/>
              </a:rPr>
              <a:t>(32)</a:t>
            </a:r>
            <a:endParaRPr lang="en-US" altLang="en-GB" sz="1400">
              <a:sym typeface="+mn-ea"/>
            </a:endParaRPr>
          </a:p>
        </p:txBody>
      </p:sp>
      <p:sp>
        <p:nvSpPr>
          <p:cNvPr id="59" name="Text Box 58"/>
          <p:cNvSpPr txBox="1"/>
          <p:nvPr/>
        </p:nvSpPr>
        <p:spPr>
          <a:xfrm>
            <a:off x="5701109" y="4354584"/>
            <a:ext cx="495952" cy="386728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GB" sz="1600" b="1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E3</a:t>
            </a:r>
            <a:endParaRPr lang="en-US" altLang="en-GB" sz="1600" b="1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0" name="Rectangles 59"/>
          <p:cNvSpPr/>
          <p:nvPr/>
        </p:nvSpPr>
        <p:spPr>
          <a:xfrm>
            <a:off x="6115778" y="4243455"/>
            <a:ext cx="1567868" cy="6077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61" name="Text Box 60"/>
          <p:cNvSpPr txBox="1"/>
          <p:nvPr/>
        </p:nvSpPr>
        <p:spPr>
          <a:xfrm>
            <a:off x="6110478" y="4272799"/>
            <a:ext cx="1691062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GB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Conv3D + IN + GELU</a:t>
            </a:r>
            <a:endParaRPr lang="en-US" altLang="en-GB" sz="12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2" name="Text Box 61"/>
          <p:cNvSpPr txBox="1"/>
          <p:nvPr/>
        </p:nvSpPr>
        <p:spPr>
          <a:xfrm>
            <a:off x="6679457" y="4548398"/>
            <a:ext cx="508017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GB" sz="1400">
                <a:sym typeface="+mn-ea"/>
              </a:rPr>
              <a:t>(64)</a:t>
            </a:r>
            <a:endParaRPr lang="en-US" altLang="en-GB" sz="1400">
              <a:sym typeface="+mn-ea"/>
            </a:endParaRPr>
          </a:p>
        </p:txBody>
      </p:sp>
      <p:sp>
        <p:nvSpPr>
          <p:cNvPr id="64" name="Text Box 63"/>
          <p:cNvSpPr txBox="1"/>
          <p:nvPr/>
        </p:nvSpPr>
        <p:spPr>
          <a:xfrm>
            <a:off x="5713589" y="5364400"/>
            <a:ext cx="477536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GB" sz="1600" b="1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E4</a:t>
            </a:r>
            <a:endParaRPr lang="en-US" altLang="en-GB" sz="1600" b="1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5" name="Rectangles 64"/>
          <p:cNvSpPr/>
          <p:nvPr/>
        </p:nvSpPr>
        <p:spPr>
          <a:xfrm>
            <a:off x="6115778" y="5204242"/>
            <a:ext cx="1567868" cy="6077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66" name="Text Box 65"/>
          <p:cNvSpPr txBox="1"/>
          <p:nvPr/>
        </p:nvSpPr>
        <p:spPr>
          <a:xfrm>
            <a:off x="6110478" y="5250731"/>
            <a:ext cx="1718368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GB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Conv3D + IN + GELU</a:t>
            </a:r>
            <a:endParaRPr lang="en-US" altLang="en-GB" sz="12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7" name="Text Box 66"/>
          <p:cNvSpPr txBox="1"/>
          <p:nvPr/>
        </p:nvSpPr>
        <p:spPr>
          <a:xfrm>
            <a:off x="6679457" y="5526331"/>
            <a:ext cx="702334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GB" sz="1400">
                <a:sym typeface="+mn-ea"/>
              </a:rPr>
              <a:t>(128)</a:t>
            </a:r>
            <a:endParaRPr lang="en-US" altLang="en-GB" sz="1400">
              <a:sym typeface="+mn-ea"/>
            </a:endParaRPr>
          </a:p>
        </p:txBody>
      </p:sp>
      <p:cxnSp>
        <p:nvCxnSpPr>
          <p:cNvPr id="68" name="Straight Arrow Connector 67"/>
          <p:cNvCxnSpPr/>
          <p:nvPr/>
        </p:nvCxnSpPr>
        <p:spPr>
          <a:xfrm>
            <a:off x="7683646" y="2558744"/>
            <a:ext cx="466741" cy="952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9" name="Rectangles 68"/>
          <p:cNvSpPr/>
          <p:nvPr/>
        </p:nvSpPr>
        <p:spPr>
          <a:xfrm>
            <a:off x="8168802" y="2302830"/>
            <a:ext cx="927766" cy="5010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70" name="Text Box 69"/>
          <p:cNvSpPr txBox="1"/>
          <p:nvPr/>
        </p:nvSpPr>
        <p:spPr>
          <a:xfrm>
            <a:off x="8312097" y="2297247"/>
            <a:ext cx="87442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1400">
                <a:latin typeface="Times New Roman" panose="02020603050405020304" charset="0"/>
                <a:cs typeface="Times New Roman" panose="02020603050405020304" charset="0"/>
              </a:rPr>
              <a:t>Global Pooling</a:t>
            </a:r>
            <a:endParaRPr lang="en-US" altLang="en-GB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71" name="Straight Arrow Connector 70"/>
          <p:cNvCxnSpPr/>
          <p:nvPr/>
        </p:nvCxnSpPr>
        <p:spPr>
          <a:xfrm>
            <a:off x="7683646" y="3537946"/>
            <a:ext cx="466741" cy="952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2" name="Rectangles 71"/>
          <p:cNvSpPr/>
          <p:nvPr/>
        </p:nvSpPr>
        <p:spPr>
          <a:xfrm>
            <a:off x="8150386" y="3265522"/>
            <a:ext cx="927766" cy="5010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73" name="Text Box 72"/>
          <p:cNvSpPr txBox="1"/>
          <p:nvPr/>
        </p:nvSpPr>
        <p:spPr>
          <a:xfrm>
            <a:off x="8295586" y="3238984"/>
            <a:ext cx="797587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GB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Global Pooling</a:t>
            </a:r>
            <a:endParaRPr lang="en-US" altLang="en-GB" sz="1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74" name="Straight Arrow Connector 73"/>
          <p:cNvCxnSpPr/>
          <p:nvPr/>
        </p:nvCxnSpPr>
        <p:spPr>
          <a:xfrm>
            <a:off x="7683646" y="4529215"/>
            <a:ext cx="466741" cy="952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5" name="Rectangles 74"/>
          <p:cNvSpPr/>
          <p:nvPr/>
        </p:nvSpPr>
        <p:spPr>
          <a:xfrm>
            <a:off x="8168802" y="4243455"/>
            <a:ext cx="927766" cy="5010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76" name="Text Box 75"/>
          <p:cNvSpPr txBox="1"/>
          <p:nvPr/>
        </p:nvSpPr>
        <p:spPr>
          <a:xfrm>
            <a:off x="8295586" y="4213742"/>
            <a:ext cx="791237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GB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Global Pooling</a:t>
            </a:r>
            <a:endParaRPr lang="en-US" altLang="en-GB" sz="1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77" name="Straight Arrow Connector 76"/>
          <p:cNvCxnSpPr/>
          <p:nvPr/>
        </p:nvCxnSpPr>
        <p:spPr>
          <a:xfrm>
            <a:off x="7683646" y="5491272"/>
            <a:ext cx="466741" cy="952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8" name="Rectangles 77"/>
          <p:cNvSpPr/>
          <p:nvPr/>
        </p:nvSpPr>
        <p:spPr>
          <a:xfrm>
            <a:off x="8150386" y="5215673"/>
            <a:ext cx="927766" cy="5010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79" name="Text Box 78"/>
          <p:cNvSpPr txBox="1"/>
          <p:nvPr/>
        </p:nvSpPr>
        <p:spPr>
          <a:xfrm>
            <a:off x="8312097" y="5210090"/>
            <a:ext cx="827433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GB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Global Pooling</a:t>
            </a:r>
            <a:endParaRPr lang="en-US" altLang="en-GB" sz="1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80" name="Straight Connector 79"/>
          <p:cNvCxnSpPr/>
          <p:nvPr/>
        </p:nvCxnSpPr>
        <p:spPr>
          <a:xfrm flipV="1">
            <a:off x="9121969" y="2585414"/>
            <a:ext cx="219717" cy="31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1" name="Straight Connector 80"/>
          <p:cNvCxnSpPr/>
          <p:nvPr/>
        </p:nvCxnSpPr>
        <p:spPr>
          <a:xfrm flipV="1">
            <a:off x="9121969" y="3544932"/>
            <a:ext cx="219717" cy="31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 flipV="1">
            <a:off x="9121969" y="4528580"/>
            <a:ext cx="219717" cy="31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 flipV="1">
            <a:off x="9121969" y="5483017"/>
            <a:ext cx="219717" cy="31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 flipH="1">
            <a:off x="9341051" y="2578429"/>
            <a:ext cx="4445" cy="29128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>
            <a:off x="2582521" y="3733533"/>
            <a:ext cx="2540" cy="31624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9" name="Rectangles 88"/>
          <p:cNvSpPr/>
          <p:nvPr/>
        </p:nvSpPr>
        <p:spPr>
          <a:xfrm>
            <a:off x="10043717" y="2073330"/>
            <a:ext cx="3175083" cy="40158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90" name="Text Box 89"/>
          <p:cNvSpPr txBox="1"/>
          <p:nvPr/>
        </p:nvSpPr>
        <p:spPr>
          <a:xfrm>
            <a:off x="10229215" y="2110105"/>
            <a:ext cx="2804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Multi-Scale Gated ABMIL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3" name="Text Box 92"/>
          <p:cNvSpPr txBox="1"/>
          <p:nvPr/>
        </p:nvSpPr>
        <p:spPr>
          <a:xfrm>
            <a:off x="10043795" y="2626360"/>
            <a:ext cx="30353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1600">
                <a:latin typeface="Times New Roman" panose="02020603050405020304" charset="0"/>
                <a:cs typeface="Times New Roman" panose="02020603050405020304" charset="0"/>
              </a:rPr>
              <a:t>Global Polling of E1-E4</a:t>
            </a:r>
            <a:endParaRPr lang="en-US" altLang="en-GB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1600">
                <a:latin typeface="Times New Roman" panose="02020603050405020304" charset="0"/>
                <a:cs typeface="Times New Roman" panose="02020603050405020304" charset="0"/>
              </a:rPr>
              <a:t>Gated Attention Weighting </a:t>
            </a:r>
            <a:endParaRPr lang="en-US" altLang="en-GB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1600">
                <a:latin typeface="Times New Roman" panose="02020603050405020304" charset="0"/>
                <a:cs typeface="Times New Roman" panose="02020603050405020304" charset="0"/>
              </a:rPr>
              <a:t>Context Vector z</a:t>
            </a:r>
            <a:endParaRPr lang="en-US" altLang="en-GB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4" name="Text Box 93"/>
          <p:cNvSpPr txBox="1"/>
          <p:nvPr/>
        </p:nvSpPr>
        <p:spPr>
          <a:xfrm>
            <a:off x="10144125" y="3761105"/>
            <a:ext cx="49530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E1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E2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E3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E4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5" name="Rectangles 94"/>
          <p:cNvSpPr/>
          <p:nvPr/>
        </p:nvSpPr>
        <p:spPr>
          <a:xfrm>
            <a:off x="10652125" y="3766820"/>
            <a:ext cx="469900" cy="20662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96" name="Rectangles 95"/>
          <p:cNvSpPr/>
          <p:nvPr/>
        </p:nvSpPr>
        <p:spPr>
          <a:xfrm>
            <a:off x="10725150" y="3889375"/>
            <a:ext cx="334010" cy="1905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00" name="Rectangles 99"/>
          <p:cNvSpPr/>
          <p:nvPr/>
        </p:nvSpPr>
        <p:spPr>
          <a:xfrm>
            <a:off x="10725150" y="4398645"/>
            <a:ext cx="334010" cy="1905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01" name="Rectangles 100"/>
          <p:cNvSpPr/>
          <p:nvPr/>
        </p:nvSpPr>
        <p:spPr>
          <a:xfrm>
            <a:off x="10725150" y="4956175"/>
            <a:ext cx="334010" cy="1905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02" name="Rectangles 101"/>
          <p:cNvSpPr/>
          <p:nvPr/>
        </p:nvSpPr>
        <p:spPr>
          <a:xfrm>
            <a:off x="10725150" y="5501005"/>
            <a:ext cx="334010" cy="1905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03" name="Text Box 102"/>
          <p:cNvSpPr txBox="1"/>
          <p:nvPr/>
        </p:nvSpPr>
        <p:spPr>
          <a:xfrm>
            <a:off x="11122025" y="4581525"/>
            <a:ext cx="317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X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4" name="Rectangles 103"/>
          <p:cNvSpPr/>
          <p:nvPr/>
        </p:nvSpPr>
        <p:spPr>
          <a:xfrm>
            <a:off x="11458575" y="3760470"/>
            <a:ext cx="469900" cy="20662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05" name="Rectangles 104"/>
          <p:cNvSpPr/>
          <p:nvPr/>
        </p:nvSpPr>
        <p:spPr>
          <a:xfrm>
            <a:off x="11531600" y="3883025"/>
            <a:ext cx="334010" cy="1905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06" name="Rectangles 105"/>
          <p:cNvSpPr/>
          <p:nvPr/>
        </p:nvSpPr>
        <p:spPr>
          <a:xfrm>
            <a:off x="11531600" y="4392295"/>
            <a:ext cx="334010" cy="1905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07" name="Rectangles 106"/>
          <p:cNvSpPr/>
          <p:nvPr/>
        </p:nvSpPr>
        <p:spPr>
          <a:xfrm>
            <a:off x="11531600" y="4949825"/>
            <a:ext cx="334010" cy="1905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08" name="Rectangles 107"/>
          <p:cNvSpPr/>
          <p:nvPr/>
        </p:nvSpPr>
        <p:spPr>
          <a:xfrm>
            <a:off x="11531600" y="5494655"/>
            <a:ext cx="334010" cy="1905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cxnSp>
        <p:nvCxnSpPr>
          <p:cNvPr id="109" name="Straight Arrow Connector 108"/>
          <p:cNvCxnSpPr/>
          <p:nvPr/>
        </p:nvCxnSpPr>
        <p:spPr>
          <a:xfrm>
            <a:off x="12112771" y="4777466"/>
            <a:ext cx="271145" cy="254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0" name="Rectangles 109"/>
          <p:cNvSpPr/>
          <p:nvPr/>
        </p:nvSpPr>
        <p:spPr>
          <a:xfrm>
            <a:off x="12553315" y="3797300"/>
            <a:ext cx="321945" cy="19386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11" name="Text Box 110"/>
          <p:cNvSpPr txBox="1"/>
          <p:nvPr/>
        </p:nvSpPr>
        <p:spPr>
          <a:xfrm>
            <a:off x="12578715" y="4582795"/>
            <a:ext cx="220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z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12" name="Straight Arrow Connector 111"/>
          <p:cNvCxnSpPr/>
          <p:nvPr/>
        </p:nvCxnSpPr>
        <p:spPr>
          <a:xfrm>
            <a:off x="13218948" y="4119012"/>
            <a:ext cx="667385" cy="6985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3" name="Rectangles 112"/>
          <p:cNvSpPr/>
          <p:nvPr/>
        </p:nvSpPr>
        <p:spPr>
          <a:xfrm>
            <a:off x="13886180" y="3239135"/>
            <a:ext cx="2425065" cy="184721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14" name="Text Box 113"/>
          <p:cNvSpPr txBox="1"/>
          <p:nvPr/>
        </p:nvSpPr>
        <p:spPr>
          <a:xfrm>
            <a:off x="13859510" y="3265805"/>
            <a:ext cx="24517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FiLM Bottleneck Conditioning 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5" name="Text Box 114"/>
          <p:cNvSpPr txBox="1"/>
          <p:nvPr/>
        </p:nvSpPr>
        <p:spPr>
          <a:xfrm>
            <a:off x="14120495" y="3926205"/>
            <a:ext cx="2046605" cy="1029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γ(z), β(z)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β' = 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  <a:sym typeface="+mn-ea"/>
              </a:rPr>
              <a:t>γ  </a:t>
            </a:r>
            <a:r>
              <a:rPr lang="en-US" altLang="en-GB" sz="2500">
                <a:latin typeface="Times New Roman" panose="02020603050405020304" charset="0"/>
                <a:cs typeface="Times New Roman" panose="02020603050405020304" charset="0"/>
              </a:rPr>
              <a:t>⊙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B + 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  <a:sym typeface="+mn-ea"/>
              </a:rPr>
              <a:t>β'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6" name="Rectangles 115"/>
          <p:cNvSpPr/>
          <p:nvPr/>
        </p:nvSpPr>
        <p:spPr>
          <a:xfrm>
            <a:off x="17282795" y="3738880"/>
            <a:ext cx="1840865" cy="9226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cxnSp>
        <p:nvCxnSpPr>
          <p:cNvPr id="117" name="Straight Arrow Connector 116"/>
          <p:cNvCxnSpPr/>
          <p:nvPr/>
        </p:nvCxnSpPr>
        <p:spPr>
          <a:xfrm>
            <a:off x="16478403" y="4213627"/>
            <a:ext cx="667385" cy="6985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8" name="Text Box 117"/>
          <p:cNvSpPr txBox="1"/>
          <p:nvPr/>
        </p:nvSpPr>
        <p:spPr>
          <a:xfrm>
            <a:off x="17500600" y="3889375"/>
            <a:ext cx="14052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 sz="1600" b="1">
                <a:latin typeface="Times New Roman" panose="02020603050405020304" charset="0"/>
                <a:cs typeface="Times New Roman" panose="02020603050405020304" charset="0"/>
              </a:rPr>
              <a:t>Bottleneck 256 channels </a:t>
            </a:r>
            <a:endParaRPr lang="en-US" altLang="en-GB" sz="1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9" name="Text Box 118"/>
          <p:cNvSpPr txBox="1"/>
          <p:nvPr/>
        </p:nvSpPr>
        <p:spPr>
          <a:xfrm>
            <a:off x="16980535" y="5140325"/>
            <a:ext cx="2667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“Channels” refers to the number of feature channels (feature maps).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22" name="Straight Connector 121"/>
          <p:cNvCxnSpPr/>
          <p:nvPr/>
        </p:nvCxnSpPr>
        <p:spPr>
          <a:xfrm flipV="1">
            <a:off x="18399954" y="6135765"/>
            <a:ext cx="3810" cy="2178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4" name="Straight Connector 123"/>
          <p:cNvCxnSpPr/>
          <p:nvPr/>
        </p:nvCxnSpPr>
        <p:spPr>
          <a:xfrm flipH="1" flipV="1">
            <a:off x="15163994" y="6340235"/>
            <a:ext cx="3236595" cy="114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/>
          <p:nvPr/>
        </p:nvCxnSpPr>
        <p:spPr>
          <a:xfrm>
            <a:off x="15172208" y="6340242"/>
            <a:ext cx="3810" cy="508635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6" name="Rectangles 125"/>
          <p:cNvSpPr/>
          <p:nvPr/>
        </p:nvSpPr>
        <p:spPr>
          <a:xfrm>
            <a:off x="13859510" y="6939915"/>
            <a:ext cx="2896235" cy="114744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27" name="Text Box 126"/>
          <p:cNvSpPr txBox="1"/>
          <p:nvPr/>
        </p:nvSpPr>
        <p:spPr>
          <a:xfrm>
            <a:off x="14375765" y="7023100"/>
            <a:ext cx="2103120" cy="406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b="1">
                <a:solidFill>
                  <a:schemeClr val="accent5"/>
                </a:solidFill>
                <a:latin typeface="Times New Roman" panose="02020603050405020304" charset="0"/>
                <a:cs typeface="Times New Roman" panose="02020603050405020304" charset="0"/>
              </a:rPr>
              <a:t>Decoder Level 4</a:t>
            </a:r>
            <a:endParaRPr lang="en-US" altLang="en-GB" b="1">
              <a:solidFill>
                <a:schemeClr val="accent5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8" name="Text Box 127"/>
          <p:cNvSpPr txBox="1"/>
          <p:nvPr/>
        </p:nvSpPr>
        <p:spPr>
          <a:xfrm>
            <a:off x="14004925" y="7407275"/>
            <a:ext cx="25914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1600">
                <a:latin typeface="Times New Roman" panose="02020603050405020304" charset="0"/>
                <a:cs typeface="Times New Roman" panose="02020603050405020304" charset="0"/>
              </a:rPr>
              <a:t>Attention Gate (E4, z)</a:t>
            </a:r>
            <a:endParaRPr lang="en-US" altLang="en-GB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1600">
                <a:latin typeface="Times New Roman" panose="02020603050405020304" charset="0"/>
                <a:cs typeface="Times New Roman" panose="02020603050405020304" charset="0"/>
              </a:rPr>
              <a:t>Concatenation + Upsample </a:t>
            </a:r>
            <a:endParaRPr lang="en-US" altLang="en-GB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35" name="Straight Arrow Connector 134"/>
          <p:cNvCxnSpPr/>
          <p:nvPr/>
        </p:nvCxnSpPr>
        <p:spPr>
          <a:xfrm>
            <a:off x="15159508" y="8143642"/>
            <a:ext cx="3810" cy="508635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6" name="Rectangles 135"/>
          <p:cNvSpPr/>
          <p:nvPr/>
        </p:nvSpPr>
        <p:spPr>
          <a:xfrm>
            <a:off x="13846810" y="8743315"/>
            <a:ext cx="2896235" cy="114744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37" name="Text Box 136"/>
          <p:cNvSpPr txBox="1"/>
          <p:nvPr/>
        </p:nvSpPr>
        <p:spPr>
          <a:xfrm>
            <a:off x="14363065" y="8826500"/>
            <a:ext cx="2103120" cy="406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b="1">
                <a:solidFill>
                  <a:schemeClr val="accent5"/>
                </a:solidFill>
                <a:latin typeface="Times New Roman" panose="02020603050405020304" charset="0"/>
                <a:cs typeface="Times New Roman" panose="02020603050405020304" charset="0"/>
              </a:rPr>
              <a:t>Decoder Level 3</a:t>
            </a:r>
            <a:endParaRPr lang="en-US" altLang="en-GB" b="1">
              <a:solidFill>
                <a:schemeClr val="accent5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8" name="Text Box 137"/>
          <p:cNvSpPr txBox="1"/>
          <p:nvPr/>
        </p:nvSpPr>
        <p:spPr>
          <a:xfrm>
            <a:off x="13992225" y="9210675"/>
            <a:ext cx="25914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1600">
                <a:latin typeface="Times New Roman" panose="02020603050405020304" charset="0"/>
                <a:cs typeface="Times New Roman" panose="02020603050405020304" charset="0"/>
              </a:rPr>
              <a:t>Attention Gate (E3, z)</a:t>
            </a:r>
            <a:endParaRPr lang="en-US" altLang="en-GB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1600">
                <a:latin typeface="Times New Roman" panose="02020603050405020304" charset="0"/>
                <a:cs typeface="Times New Roman" panose="02020603050405020304" charset="0"/>
              </a:rPr>
              <a:t>Concatenation + Upsample </a:t>
            </a:r>
            <a:endParaRPr lang="en-US" altLang="en-GB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39" name="Straight Arrow Connector 138"/>
          <p:cNvCxnSpPr/>
          <p:nvPr/>
        </p:nvCxnSpPr>
        <p:spPr>
          <a:xfrm>
            <a:off x="15162048" y="9934342"/>
            <a:ext cx="3810" cy="508635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0" name="Rectangles 139"/>
          <p:cNvSpPr/>
          <p:nvPr/>
        </p:nvSpPr>
        <p:spPr>
          <a:xfrm>
            <a:off x="13849350" y="10534015"/>
            <a:ext cx="2896235" cy="114744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41" name="Text Box 140"/>
          <p:cNvSpPr txBox="1"/>
          <p:nvPr/>
        </p:nvSpPr>
        <p:spPr>
          <a:xfrm>
            <a:off x="14365605" y="10617200"/>
            <a:ext cx="2103120" cy="406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b="1">
                <a:solidFill>
                  <a:schemeClr val="accent5"/>
                </a:solidFill>
                <a:latin typeface="Times New Roman" panose="02020603050405020304" charset="0"/>
                <a:cs typeface="Times New Roman" panose="02020603050405020304" charset="0"/>
              </a:rPr>
              <a:t>Decoder Level 2</a:t>
            </a:r>
            <a:endParaRPr lang="en-US" altLang="en-GB" b="1">
              <a:solidFill>
                <a:schemeClr val="accent5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2" name="Text Box 141"/>
          <p:cNvSpPr txBox="1"/>
          <p:nvPr/>
        </p:nvSpPr>
        <p:spPr>
          <a:xfrm>
            <a:off x="13994765" y="11001375"/>
            <a:ext cx="25914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1600">
                <a:latin typeface="Times New Roman" panose="02020603050405020304" charset="0"/>
                <a:cs typeface="Times New Roman" panose="02020603050405020304" charset="0"/>
              </a:rPr>
              <a:t>Attention Gate (E2, z)</a:t>
            </a:r>
            <a:endParaRPr lang="en-US" altLang="en-GB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1600">
                <a:latin typeface="Times New Roman" panose="02020603050405020304" charset="0"/>
                <a:cs typeface="Times New Roman" panose="02020603050405020304" charset="0"/>
              </a:rPr>
              <a:t>Concatenation + Upsample </a:t>
            </a:r>
            <a:endParaRPr lang="en-US" altLang="en-GB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43" name="Straight Arrow Connector 142"/>
          <p:cNvCxnSpPr/>
          <p:nvPr/>
        </p:nvCxnSpPr>
        <p:spPr>
          <a:xfrm>
            <a:off x="15159508" y="11775842"/>
            <a:ext cx="3810" cy="508635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4" name="Rectangles 143"/>
          <p:cNvSpPr/>
          <p:nvPr/>
        </p:nvSpPr>
        <p:spPr>
          <a:xfrm>
            <a:off x="13846810" y="12375515"/>
            <a:ext cx="2896235" cy="114744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45" name="Text Box 144"/>
          <p:cNvSpPr txBox="1"/>
          <p:nvPr/>
        </p:nvSpPr>
        <p:spPr>
          <a:xfrm>
            <a:off x="14363065" y="12458700"/>
            <a:ext cx="2103120" cy="406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b="1">
                <a:solidFill>
                  <a:schemeClr val="accent5"/>
                </a:solidFill>
                <a:latin typeface="Times New Roman" panose="02020603050405020304" charset="0"/>
                <a:cs typeface="Times New Roman" panose="02020603050405020304" charset="0"/>
              </a:rPr>
              <a:t>Decoder Level 1</a:t>
            </a:r>
            <a:endParaRPr lang="en-US" altLang="en-GB" b="1">
              <a:solidFill>
                <a:schemeClr val="accent5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6" name="Text Box 145"/>
          <p:cNvSpPr txBox="1"/>
          <p:nvPr/>
        </p:nvSpPr>
        <p:spPr>
          <a:xfrm>
            <a:off x="13992225" y="12842875"/>
            <a:ext cx="25914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1600">
                <a:latin typeface="Times New Roman" panose="02020603050405020304" charset="0"/>
                <a:cs typeface="Times New Roman" panose="02020603050405020304" charset="0"/>
              </a:rPr>
              <a:t>Attention Gate (E1, z)</a:t>
            </a:r>
            <a:endParaRPr lang="en-US" altLang="en-GB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1600">
                <a:latin typeface="Times New Roman" panose="02020603050405020304" charset="0"/>
                <a:cs typeface="Times New Roman" panose="02020603050405020304" charset="0"/>
              </a:rPr>
              <a:t>Concatenation + Upsample </a:t>
            </a:r>
            <a:endParaRPr lang="en-US" altLang="en-GB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47" name="Straight Connector 146"/>
          <p:cNvCxnSpPr/>
          <p:nvPr/>
        </p:nvCxnSpPr>
        <p:spPr>
          <a:xfrm>
            <a:off x="7919286" y="5482919"/>
            <a:ext cx="11430" cy="77254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/>
          <p:nvPr/>
        </p:nvCxnSpPr>
        <p:spPr>
          <a:xfrm>
            <a:off x="8099578" y="7431807"/>
            <a:ext cx="248666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9" name="Rectangles 148"/>
          <p:cNvSpPr/>
          <p:nvPr/>
        </p:nvSpPr>
        <p:spPr>
          <a:xfrm>
            <a:off x="10687050" y="7052310"/>
            <a:ext cx="1135380" cy="7023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50" name="Text Box 149"/>
          <p:cNvSpPr txBox="1"/>
          <p:nvPr/>
        </p:nvSpPr>
        <p:spPr>
          <a:xfrm>
            <a:off x="10687050" y="7109460"/>
            <a:ext cx="11410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/>
              <a:t>Attention Gate</a:t>
            </a:r>
            <a:endParaRPr lang="en-US" altLang="en-GB"/>
          </a:p>
        </p:txBody>
      </p:sp>
      <p:cxnSp>
        <p:nvCxnSpPr>
          <p:cNvPr id="151" name="Straight Arrow Connector 150"/>
          <p:cNvCxnSpPr/>
          <p:nvPr/>
        </p:nvCxnSpPr>
        <p:spPr>
          <a:xfrm flipV="1">
            <a:off x="11928628" y="7429267"/>
            <a:ext cx="1828800" cy="1270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4" name="Straight Arrow Connector 153"/>
          <p:cNvCxnSpPr/>
          <p:nvPr/>
        </p:nvCxnSpPr>
        <p:spPr>
          <a:xfrm>
            <a:off x="8099578" y="9292357"/>
            <a:ext cx="248666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5" name="Rectangles 154"/>
          <p:cNvSpPr/>
          <p:nvPr/>
        </p:nvSpPr>
        <p:spPr>
          <a:xfrm>
            <a:off x="10687050" y="8912860"/>
            <a:ext cx="1135380" cy="7023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56" name="Text Box 155"/>
          <p:cNvSpPr txBox="1"/>
          <p:nvPr/>
        </p:nvSpPr>
        <p:spPr>
          <a:xfrm>
            <a:off x="10687050" y="8970010"/>
            <a:ext cx="11410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/>
              <a:t>Attention Gate</a:t>
            </a:r>
            <a:endParaRPr lang="en-US" altLang="en-GB"/>
          </a:p>
        </p:txBody>
      </p:sp>
      <p:cxnSp>
        <p:nvCxnSpPr>
          <p:cNvPr id="157" name="Straight Arrow Connector 156"/>
          <p:cNvCxnSpPr/>
          <p:nvPr/>
        </p:nvCxnSpPr>
        <p:spPr>
          <a:xfrm flipV="1">
            <a:off x="11928628" y="9289817"/>
            <a:ext cx="1828800" cy="1270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8" name="Straight Arrow Connector 157"/>
          <p:cNvCxnSpPr/>
          <p:nvPr/>
        </p:nvCxnSpPr>
        <p:spPr>
          <a:xfrm>
            <a:off x="8099578" y="11127507"/>
            <a:ext cx="248666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9" name="Rectangles 158"/>
          <p:cNvSpPr/>
          <p:nvPr/>
        </p:nvSpPr>
        <p:spPr>
          <a:xfrm>
            <a:off x="10687050" y="10748010"/>
            <a:ext cx="1135380" cy="7023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60" name="Text Box 159"/>
          <p:cNvSpPr txBox="1"/>
          <p:nvPr/>
        </p:nvSpPr>
        <p:spPr>
          <a:xfrm>
            <a:off x="10687050" y="10805160"/>
            <a:ext cx="11410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/>
              <a:t>Attention Gate</a:t>
            </a:r>
            <a:endParaRPr lang="en-US" altLang="en-GB"/>
          </a:p>
        </p:txBody>
      </p:sp>
      <p:cxnSp>
        <p:nvCxnSpPr>
          <p:cNvPr id="161" name="Straight Arrow Connector 160"/>
          <p:cNvCxnSpPr/>
          <p:nvPr/>
        </p:nvCxnSpPr>
        <p:spPr>
          <a:xfrm flipV="1">
            <a:off x="11928628" y="11124967"/>
            <a:ext cx="1828800" cy="1270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2" name="Straight Arrow Connector 161"/>
          <p:cNvCxnSpPr/>
          <p:nvPr/>
        </p:nvCxnSpPr>
        <p:spPr>
          <a:xfrm>
            <a:off x="8099578" y="12956307"/>
            <a:ext cx="248666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3" name="Rectangles 162"/>
          <p:cNvSpPr/>
          <p:nvPr/>
        </p:nvSpPr>
        <p:spPr>
          <a:xfrm>
            <a:off x="10687050" y="12576810"/>
            <a:ext cx="1135380" cy="7023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64" name="Text Box 163"/>
          <p:cNvSpPr txBox="1"/>
          <p:nvPr/>
        </p:nvSpPr>
        <p:spPr>
          <a:xfrm>
            <a:off x="10687050" y="12633960"/>
            <a:ext cx="11410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/>
              <a:t>Attention Gate</a:t>
            </a:r>
            <a:endParaRPr lang="en-US" altLang="en-GB"/>
          </a:p>
        </p:txBody>
      </p:sp>
      <p:cxnSp>
        <p:nvCxnSpPr>
          <p:cNvPr id="165" name="Straight Arrow Connector 164"/>
          <p:cNvCxnSpPr/>
          <p:nvPr/>
        </p:nvCxnSpPr>
        <p:spPr>
          <a:xfrm flipV="1">
            <a:off x="11928628" y="12953767"/>
            <a:ext cx="1828800" cy="1270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7" name="Rectangles 166"/>
          <p:cNvSpPr/>
          <p:nvPr/>
        </p:nvSpPr>
        <p:spPr>
          <a:xfrm>
            <a:off x="19279235" y="7416800"/>
            <a:ext cx="2834005" cy="7016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68" name="Text Box 167"/>
          <p:cNvSpPr txBox="1"/>
          <p:nvPr/>
        </p:nvSpPr>
        <p:spPr>
          <a:xfrm>
            <a:off x="19414490" y="7522210"/>
            <a:ext cx="2633980" cy="4914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  <a:sym typeface="+mn-ea"/>
              </a:rPr>
              <a:t>1 x 1 x 1 Conv + Softmax 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GB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69" name="Straight Arrow Connector 168"/>
          <p:cNvCxnSpPr/>
          <p:nvPr/>
        </p:nvCxnSpPr>
        <p:spPr>
          <a:xfrm>
            <a:off x="20694168" y="8118242"/>
            <a:ext cx="3810" cy="508635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0" name="Text Box 169"/>
          <p:cNvSpPr txBox="1"/>
          <p:nvPr/>
        </p:nvSpPr>
        <p:spPr>
          <a:xfrm>
            <a:off x="19647535" y="8694420"/>
            <a:ext cx="21678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5 - Class Glioma Segmentation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1" name="Rectangles 170"/>
          <p:cNvSpPr/>
          <p:nvPr/>
        </p:nvSpPr>
        <p:spPr>
          <a:xfrm>
            <a:off x="19695795" y="9709785"/>
            <a:ext cx="259715" cy="25019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73" name="Text Box 172"/>
          <p:cNvSpPr txBox="1"/>
          <p:nvPr/>
        </p:nvSpPr>
        <p:spPr>
          <a:xfrm>
            <a:off x="20006945" y="9653270"/>
            <a:ext cx="28638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1400">
                <a:latin typeface="Times New Roman" panose="02020603050405020304" charset="0"/>
                <a:cs typeface="Times New Roman" panose="02020603050405020304" charset="0"/>
              </a:rPr>
              <a:t>Non Enhancing Tumor Core (NETC) </a:t>
            </a:r>
            <a:endParaRPr lang="en-US" altLang="en-GB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4" name="Rectangles 173"/>
          <p:cNvSpPr/>
          <p:nvPr/>
        </p:nvSpPr>
        <p:spPr>
          <a:xfrm>
            <a:off x="19697065" y="10103485"/>
            <a:ext cx="259715" cy="250190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75" name="Text Box 174"/>
          <p:cNvSpPr txBox="1"/>
          <p:nvPr/>
        </p:nvSpPr>
        <p:spPr>
          <a:xfrm>
            <a:off x="20008215" y="10046970"/>
            <a:ext cx="28638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1400">
                <a:latin typeface="Times New Roman" panose="02020603050405020304" charset="0"/>
                <a:cs typeface="Times New Roman" panose="02020603050405020304" charset="0"/>
              </a:rPr>
              <a:t>Enhancig Tissue (ET) </a:t>
            </a:r>
            <a:endParaRPr lang="en-US" altLang="en-GB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6" name="Rectangles 175"/>
          <p:cNvSpPr/>
          <p:nvPr/>
        </p:nvSpPr>
        <p:spPr>
          <a:xfrm>
            <a:off x="19708495" y="10567670"/>
            <a:ext cx="259715" cy="25019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77" name="Text Box 176"/>
          <p:cNvSpPr txBox="1"/>
          <p:nvPr/>
        </p:nvSpPr>
        <p:spPr>
          <a:xfrm>
            <a:off x="20008215" y="10431780"/>
            <a:ext cx="18986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1400">
                <a:latin typeface="Times New Roman" panose="02020603050405020304" charset="0"/>
                <a:cs typeface="Times New Roman" panose="02020603050405020304" charset="0"/>
              </a:rPr>
              <a:t>Surrounding Non Flair Hyperintensity (SNFH) </a:t>
            </a:r>
            <a:endParaRPr lang="en-US" altLang="en-GB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8" name="Rectangles 177"/>
          <p:cNvSpPr/>
          <p:nvPr/>
        </p:nvSpPr>
        <p:spPr>
          <a:xfrm>
            <a:off x="19708495" y="11125200"/>
            <a:ext cx="259715" cy="250190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81" name="Text Box 180"/>
          <p:cNvSpPr txBox="1"/>
          <p:nvPr/>
        </p:nvSpPr>
        <p:spPr>
          <a:xfrm>
            <a:off x="20008215" y="11068685"/>
            <a:ext cx="18072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1400">
                <a:latin typeface="Times New Roman" panose="02020603050405020304" charset="0"/>
                <a:cs typeface="Times New Roman" panose="02020603050405020304" charset="0"/>
              </a:rPr>
              <a:t>Resection Cavity (RC)</a:t>
            </a:r>
            <a:endParaRPr lang="en-US" altLang="en-GB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82" name="Picture 181" descr="Screenshot 2026-07-01 002618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9928205" y="11584940"/>
            <a:ext cx="2120265" cy="2120265"/>
          </a:xfrm>
          <a:prstGeom prst="rect">
            <a:avLst/>
          </a:prstGeom>
        </p:spPr>
      </p:pic>
      <p:grpSp>
        <p:nvGrpSpPr>
          <p:cNvPr id="184" name="Group 183"/>
          <p:cNvGrpSpPr/>
          <p:nvPr/>
        </p:nvGrpSpPr>
        <p:grpSpPr>
          <a:xfrm rot="0">
            <a:off x="368935" y="5142230"/>
            <a:ext cx="998220" cy="1318895"/>
            <a:chOff x="733" y="541307"/>
            <a:chExt cx="1103626" cy="1501332"/>
          </a:xfrm>
        </p:grpSpPr>
        <p:sp>
          <p:nvSpPr>
            <p:cNvPr id="185" name="Cube 184"/>
            <p:cNvSpPr/>
            <p:nvPr>
              <p:custDataLst>
                <p:tags r:id="rId29"/>
              </p:custDataLst>
            </p:nvPr>
          </p:nvSpPr>
          <p:spPr>
            <a:xfrm>
              <a:off x="733" y="856190"/>
              <a:ext cx="1103626" cy="1147480"/>
            </a:xfrm>
            <a:prstGeom prst="cub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70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rPr>
                <a:t>Input Volume</a:t>
              </a:r>
              <a:endParaRPr lang="en-US" sz="137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pic>
          <p:nvPicPr>
            <p:cNvPr id="186" name="Picture 185" descr="C:/Users/Wahaj Sajid/Pictures/Screenshots/T1c.pngT1c"/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 rotWithShape="1">
            <a:blip r:embed="rId31"/>
            <a:srcRect l="15584" r="15584"/>
            <a:stretch>
              <a:fillRect/>
            </a:stretch>
          </p:blipFill>
          <p:spPr>
            <a:xfrm>
              <a:off x="9787" y="1126427"/>
              <a:ext cx="782640" cy="916212"/>
            </a:xfrm>
            <a:prstGeom prst="rect">
              <a:avLst/>
            </a:prstGeom>
          </p:spPr>
        </p:pic>
        <p:pic>
          <p:nvPicPr>
            <p:cNvPr id="187" name="Picture 186" descr="C:/Users/Wahaj Sajid/Pictures/Screenshots/T1c.pngT1c"/>
            <p:cNvPicPr>
              <a:picLocks noChangeAspect="1"/>
            </p:cNvPicPr>
            <p:nvPr>
              <p:custDataLst>
                <p:tags r:id="rId32"/>
              </p:custDataLst>
            </p:nvPr>
          </p:nvPicPr>
          <p:blipFill rotWithShape="1">
            <a:blip r:embed="rId31"/>
            <a:srcRect l="13466" r="13466"/>
            <a:stretch>
              <a:fillRect/>
            </a:stretch>
          </p:blipFill>
          <p:spPr>
            <a:xfrm rot="21086742">
              <a:off x="129343" y="541307"/>
              <a:ext cx="816395" cy="900000"/>
            </a:xfrm>
            <a:prstGeom prst="rect">
              <a:avLst/>
            </a:prstGeom>
            <a:scene3d>
              <a:camera prst="isometricOffAxis2Top"/>
              <a:lightRig rig="threePt" dir="t"/>
            </a:scene3d>
          </p:spPr>
        </p:pic>
      </p:grpSp>
      <p:pic>
        <p:nvPicPr>
          <p:cNvPr id="188" name="Picture 187" descr="C:/Users/Wahaj Sajid/Pictures/Screenshots/T1c.pngT1c"/>
          <p:cNvPicPr>
            <a:picLocks noChangeAspect="1"/>
          </p:cNvPicPr>
          <p:nvPr>
            <p:custDataLst>
              <p:tags r:id="rId33"/>
            </p:custDataLst>
          </p:nvPr>
        </p:nvPicPr>
        <p:blipFill rotWithShape="1">
          <a:blip r:embed="rId31"/>
          <a:srcRect l="12796" r="12796"/>
          <a:stretch>
            <a:fillRect/>
          </a:stretch>
        </p:blipFill>
        <p:spPr>
          <a:xfrm>
            <a:off x="812800" y="5526405"/>
            <a:ext cx="805180" cy="846455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sp>
        <p:nvSpPr>
          <p:cNvPr id="189" name="Text Box 188"/>
          <p:cNvSpPr txBox="1"/>
          <p:nvPr>
            <p:custDataLst>
              <p:tags r:id="rId34"/>
            </p:custDataLst>
          </p:nvPr>
        </p:nvSpPr>
        <p:spPr>
          <a:xfrm>
            <a:off x="627064" y="4949595"/>
            <a:ext cx="84457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T1c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190" name="Group 189"/>
          <p:cNvGrpSpPr/>
          <p:nvPr>
            <p:custDataLst>
              <p:tags r:id="rId35"/>
            </p:custDataLst>
          </p:nvPr>
        </p:nvGrpSpPr>
        <p:grpSpPr>
          <a:xfrm>
            <a:off x="1604010" y="5131435"/>
            <a:ext cx="1188720" cy="1341120"/>
            <a:chOff x="835546" y="3183673"/>
            <a:chExt cx="1381201" cy="1501332"/>
          </a:xfrm>
        </p:grpSpPr>
        <p:grpSp>
          <p:nvGrpSpPr>
            <p:cNvPr id="191" name="Group 190"/>
            <p:cNvGrpSpPr/>
            <p:nvPr/>
          </p:nvGrpSpPr>
          <p:grpSpPr>
            <a:xfrm>
              <a:off x="835546" y="3183673"/>
              <a:ext cx="1103626" cy="1501332"/>
              <a:chOff x="733" y="541307"/>
              <a:chExt cx="1103626" cy="1501332"/>
            </a:xfrm>
          </p:grpSpPr>
          <p:sp>
            <p:nvSpPr>
              <p:cNvPr id="192" name="Cube 191"/>
              <p:cNvSpPr/>
              <p:nvPr>
                <p:custDataLst>
                  <p:tags r:id="rId36"/>
                </p:custDataLst>
              </p:nvPr>
            </p:nvSpPr>
            <p:spPr>
              <a:xfrm>
                <a:off x="733" y="856190"/>
                <a:ext cx="1103626" cy="1147480"/>
              </a:xfrm>
              <a:prstGeom prst="cub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70" dirty="0">
                    <a:ln>
                      <a:solidFill>
                        <a:sysClr val="windowText" lastClr="000000"/>
                      </a:solidFill>
                    </a:ln>
                    <a:solidFill>
                      <a:sysClr val="windowText" lastClr="000000"/>
                    </a:solidFill>
                  </a:rPr>
                  <a:t>Input Volume</a:t>
                </a:r>
                <a:endParaRPr lang="en-US" sz="1370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  <p:pic>
            <p:nvPicPr>
              <p:cNvPr id="193" name="Picture 192" descr="C:/Users/Wahaj Sajid/Pictures/Screenshots/T1n.pngT1n"/>
              <p:cNvPicPr>
                <a:picLocks noChangeAspect="1"/>
              </p:cNvPicPr>
              <p:nvPr>
                <p:custDataLst>
                  <p:tags r:id="rId37"/>
                </p:custDataLst>
              </p:nvPr>
            </p:nvPicPr>
            <p:blipFill rotWithShape="1">
              <a:blip r:embed="rId38"/>
              <a:srcRect l="9151" r="9151"/>
              <a:stretch>
                <a:fillRect/>
              </a:stretch>
            </p:blipFill>
            <p:spPr>
              <a:xfrm>
                <a:off x="9787" y="1126427"/>
                <a:ext cx="782640" cy="916212"/>
              </a:xfrm>
              <a:prstGeom prst="rect">
                <a:avLst/>
              </a:prstGeom>
            </p:spPr>
          </p:pic>
          <p:pic>
            <p:nvPicPr>
              <p:cNvPr id="194" name="Picture 193" descr="C:/Users/Wahaj Sajid/Pictures/Screenshots/T1n.pngT1n"/>
              <p:cNvPicPr>
                <a:picLocks noChangeAspect="1"/>
              </p:cNvPicPr>
              <p:nvPr>
                <p:custDataLst>
                  <p:tags r:id="rId39"/>
                </p:custDataLst>
              </p:nvPr>
            </p:nvPicPr>
            <p:blipFill rotWithShape="1">
              <a:blip r:embed="rId38"/>
              <a:srcRect l="6638" r="6638"/>
              <a:stretch>
                <a:fillRect/>
              </a:stretch>
            </p:blipFill>
            <p:spPr>
              <a:xfrm rot="21086742">
                <a:off x="129343" y="541307"/>
                <a:ext cx="816395" cy="900000"/>
              </a:xfrm>
              <a:prstGeom prst="rect">
                <a:avLst/>
              </a:prstGeom>
              <a:scene3d>
                <a:camera prst="isometricOffAxis2Top"/>
                <a:lightRig rig="threePt" dir="t"/>
              </a:scene3d>
            </p:spPr>
          </p:pic>
        </p:grpSp>
        <p:pic>
          <p:nvPicPr>
            <p:cNvPr id="195" name="Picture 194" descr="C:/Users/Wahaj Sajid/Pictures/Screenshots/T1n.pngT1n"/>
            <p:cNvPicPr>
              <a:picLocks noChangeAspect="1"/>
            </p:cNvPicPr>
            <p:nvPr>
              <p:custDataLst>
                <p:tags r:id="rId40"/>
              </p:custDataLst>
            </p:nvPr>
          </p:nvPicPr>
          <p:blipFill rotWithShape="1">
            <a:blip r:embed="rId38"/>
            <a:srcRect l="5861" r="5861"/>
            <a:stretch>
              <a:fillRect/>
            </a:stretch>
          </p:blipFill>
          <p:spPr>
            <a:xfrm>
              <a:off x="1326523" y="3621235"/>
              <a:ext cx="890224" cy="963876"/>
            </a:xfrm>
            <a:prstGeom prst="rect">
              <a:avLst/>
            </a:prstGeom>
            <a:scene3d>
              <a:camera prst="isometricOffAxis2Right"/>
              <a:lightRig rig="threePt" dir="t"/>
            </a:scene3d>
          </p:spPr>
        </p:pic>
      </p:grpSp>
      <p:grpSp>
        <p:nvGrpSpPr>
          <p:cNvPr id="196" name="Group 195"/>
          <p:cNvGrpSpPr/>
          <p:nvPr>
            <p:custDataLst>
              <p:tags r:id="rId41"/>
            </p:custDataLst>
          </p:nvPr>
        </p:nvGrpSpPr>
        <p:grpSpPr>
          <a:xfrm>
            <a:off x="2842895" y="5134610"/>
            <a:ext cx="1198880" cy="1337945"/>
            <a:chOff x="835546" y="3183673"/>
            <a:chExt cx="1381201" cy="1501332"/>
          </a:xfrm>
        </p:grpSpPr>
        <p:grpSp>
          <p:nvGrpSpPr>
            <p:cNvPr id="197" name="Group 196"/>
            <p:cNvGrpSpPr/>
            <p:nvPr/>
          </p:nvGrpSpPr>
          <p:grpSpPr>
            <a:xfrm>
              <a:off x="835546" y="3183673"/>
              <a:ext cx="1103626" cy="1501332"/>
              <a:chOff x="733" y="541307"/>
              <a:chExt cx="1103626" cy="1501332"/>
            </a:xfrm>
          </p:grpSpPr>
          <p:sp>
            <p:nvSpPr>
              <p:cNvPr id="198" name="Cube 197"/>
              <p:cNvSpPr/>
              <p:nvPr>
                <p:custDataLst>
                  <p:tags r:id="rId42"/>
                </p:custDataLst>
              </p:nvPr>
            </p:nvSpPr>
            <p:spPr>
              <a:xfrm>
                <a:off x="733" y="856190"/>
                <a:ext cx="1103626" cy="1147480"/>
              </a:xfrm>
              <a:prstGeom prst="cub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70" dirty="0">
                    <a:ln>
                      <a:solidFill>
                        <a:sysClr val="windowText" lastClr="000000"/>
                      </a:solidFill>
                    </a:ln>
                    <a:solidFill>
                      <a:sysClr val="windowText" lastClr="000000"/>
                    </a:solidFill>
                  </a:rPr>
                  <a:t>Input Volume</a:t>
                </a:r>
                <a:endParaRPr lang="en-US" sz="1370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  <p:pic>
            <p:nvPicPr>
              <p:cNvPr id="199" name="Picture 198" descr="C:/Users/Wahaj Sajid/Pictures/Screenshots/T2f.pngT2f"/>
              <p:cNvPicPr>
                <a:picLocks noChangeAspect="1"/>
              </p:cNvPicPr>
              <p:nvPr>
                <p:custDataLst>
                  <p:tags r:id="rId43"/>
                </p:custDataLst>
              </p:nvPr>
            </p:nvPicPr>
            <p:blipFill rotWithShape="1">
              <a:blip r:embed="rId44"/>
              <a:srcRect l="8432" r="8432"/>
              <a:stretch>
                <a:fillRect/>
              </a:stretch>
            </p:blipFill>
            <p:spPr>
              <a:xfrm>
                <a:off x="9787" y="1126427"/>
                <a:ext cx="782640" cy="916212"/>
              </a:xfrm>
              <a:prstGeom prst="rect">
                <a:avLst/>
              </a:prstGeom>
            </p:spPr>
          </p:pic>
          <p:pic>
            <p:nvPicPr>
              <p:cNvPr id="200" name="Picture 199" descr="C:/Users/Wahaj Sajid/Pictures/Screenshots/T2f.pngT2f"/>
              <p:cNvPicPr>
                <a:picLocks noChangeAspect="1"/>
              </p:cNvPicPr>
              <p:nvPr>
                <p:custDataLst>
                  <p:tags r:id="rId45"/>
                </p:custDataLst>
              </p:nvPr>
            </p:nvPicPr>
            <p:blipFill rotWithShape="1">
              <a:blip r:embed="rId44"/>
              <a:srcRect l="5862" r="5862"/>
              <a:stretch>
                <a:fillRect/>
              </a:stretch>
            </p:blipFill>
            <p:spPr>
              <a:xfrm rot="21086742">
                <a:off x="129343" y="541307"/>
                <a:ext cx="816395" cy="900000"/>
              </a:xfrm>
              <a:prstGeom prst="rect">
                <a:avLst/>
              </a:prstGeom>
              <a:scene3d>
                <a:camera prst="isometricOffAxis2Top"/>
                <a:lightRig rig="threePt" dir="t"/>
              </a:scene3d>
            </p:spPr>
          </p:pic>
        </p:grpSp>
        <p:pic>
          <p:nvPicPr>
            <p:cNvPr id="201" name="Picture 200" descr="C:/Users/Wahaj Sajid/Pictures/Screenshots/T2f.pngT2f"/>
            <p:cNvPicPr>
              <a:picLocks noChangeAspect="1"/>
            </p:cNvPicPr>
            <p:nvPr>
              <p:custDataLst>
                <p:tags r:id="rId46"/>
              </p:custDataLst>
            </p:nvPr>
          </p:nvPicPr>
          <p:blipFill rotWithShape="1">
            <a:blip r:embed="rId44"/>
            <a:srcRect l="5054" r="5054"/>
            <a:stretch>
              <a:fillRect/>
            </a:stretch>
          </p:blipFill>
          <p:spPr>
            <a:xfrm>
              <a:off x="1326523" y="3621235"/>
              <a:ext cx="890224" cy="963876"/>
            </a:xfrm>
            <a:prstGeom prst="rect">
              <a:avLst/>
            </a:prstGeom>
            <a:scene3d>
              <a:camera prst="isometricOffAxis2Right"/>
              <a:lightRig rig="threePt" dir="t"/>
            </a:scene3d>
          </p:spPr>
        </p:pic>
      </p:grpSp>
      <p:sp>
        <p:nvSpPr>
          <p:cNvPr id="202" name="Text Box 201"/>
          <p:cNvSpPr txBox="1"/>
          <p:nvPr>
            <p:custDataLst>
              <p:tags r:id="rId47"/>
            </p:custDataLst>
          </p:nvPr>
        </p:nvSpPr>
        <p:spPr>
          <a:xfrm>
            <a:off x="1903455" y="4949595"/>
            <a:ext cx="84457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T1n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3" name="Text Box 202"/>
          <p:cNvSpPr txBox="1"/>
          <p:nvPr>
            <p:custDataLst>
              <p:tags r:id="rId48"/>
            </p:custDataLst>
          </p:nvPr>
        </p:nvSpPr>
        <p:spPr>
          <a:xfrm>
            <a:off x="3100471" y="4949595"/>
            <a:ext cx="84457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T2f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204" name="Group 203"/>
          <p:cNvGrpSpPr/>
          <p:nvPr>
            <p:custDataLst>
              <p:tags r:id="rId49"/>
            </p:custDataLst>
          </p:nvPr>
        </p:nvGrpSpPr>
        <p:grpSpPr>
          <a:xfrm>
            <a:off x="4081145" y="5123815"/>
            <a:ext cx="1182370" cy="1337310"/>
            <a:chOff x="835546" y="3183673"/>
            <a:chExt cx="1381201" cy="1501332"/>
          </a:xfrm>
        </p:grpSpPr>
        <p:grpSp>
          <p:nvGrpSpPr>
            <p:cNvPr id="205" name="Group 204"/>
            <p:cNvGrpSpPr/>
            <p:nvPr/>
          </p:nvGrpSpPr>
          <p:grpSpPr>
            <a:xfrm>
              <a:off x="835546" y="3183673"/>
              <a:ext cx="1103626" cy="1501332"/>
              <a:chOff x="733" y="541307"/>
              <a:chExt cx="1103626" cy="1501332"/>
            </a:xfrm>
          </p:grpSpPr>
          <p:sp>
            <p:nvSpPr>
              <p:cNvPr id="206" name="Cube 205"/>
              <p:cNvSpPr/>
              <p:nvPr>
                <p:custDataLst>
                  <p:tags r:id="rId50"/>
                </p:custDataLst>
              </p:nvPr>
            </p:nvSpPr>
            <p:spPr>
              <a:xfrm>
                <a:off x="733" y="856190"/>
                <a:ext cx="1103626" cy="1147480"/>
              </a:xfrm>
              <a:prstGeom prst="cub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70" dirty="0">
                    <a:ln>
                      <a:solidFill>
                        <a:sysClr val="windowText" lastClr="000000"/>
                      </a:solidFill>
                    </a:ln>
                    <a:solidFill>
                      <a:sysClr val="windowText" lastClr="000000"/>
                    </a:solidFill>
                  </a:rPr>
                  <a:t>Input Volume</a:t>
                </a:r>
                <a:endParaRPr lang="en-US" sz="1370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  <p:pic>
            <p:nvPicPr>
              <p:cNvPr id="207" name="Picture 206" descr="C:/Users/Wahaj Sajid/Pictures/Screenshots/T2w.pngT2w"/>
              <p:cNvPicPr>
                <a:picLocks noChangeAspect="1"/>
              </p:cNvPicPr>
              <p:nvPr>
                <p:custDataLst>
                  <p:tags r:id="rId51"/>
                </p:custDataLst>
              </p:nvPr>
            </p:nvPicPr>
            <p:blipFill rotWithShape="1">
              <a:blip r:embed="rId52"/>
              <a:srcRect l="8956" r="8956"/>
              <a:stretch>
                <a:fillRect/>
              </a:stretch>
            </p:blipFill>
            <p:spPr>
              <a:xfrm>
                <a:off x="9787" y="1126427"/>
                <a:ext cx="782640" cy="916212"/>
              </a:xfrm>
              <a:prstGeom prst="rect">
                <a:avLst/>
              </a:prstGeom>
            </p:spPr>
          </p:pic>
          <p:pic>
            <p:nvPicPr>
              <p:cNvPr id="208" name="Picture 207" descr="C:/Users/Wahaj Sajid/Pictures/Screenshots/T2w.pngT2w"/>
              <p:cNvPicPr>
                <a:picLocks noChangeAspect="1"/>
              </p:cNvPicPr>
              <p:nvPr>
                <p:custDataLst>
                  <p:tags r:id="rId53"/>
                </p:custDataLst>
              </p:nvPr>
            </p:nvPicPr>
            <p:blipFill rotWithShape="1">
              <a:blip r:embed="rId52"/>
              <a:srcRect l="6435" r="6435"/>
              <a:stretch>
                <a:fillRect/>
              </a:stretch>
            </p:blipFill>
            <p:spPr>
              <a:xfrm rot="21086742">
                <a:off x="129343" y="541307"/>
                <a:ext cx="816395" cy="900000"/>
              </a:xfrm>
              <a:prstGeom prst="rect">
                <a:avLst/>
              </a:prstGeom>
              <a:scene3d>
                <a:camera prst="isometricOffAxis2Top"/>
                <a:lightRig rig="threePt" dir="t"/>
              </a:scene3d>
            </p:spPr>
          </p:pic>
        </p:grpSp>
        <p:pic>
          <p:nvPicPr>
            <p:cNvPr id="209" name="Picture 208" descr="C:/Users/Wahaj Sajid/Pictures/Screenshots/T2w.pngT2w"/>
            <p:cNvPicPr>
              <a:picLocks noChangeAspect="1"/>
            </p:cNvPicPr>
            <p:nvPr>
              <p:custDataLst>
                <p:tags r:id="rId54"/>
              </p:custDataLst>
            </p:nvPr>
          </p:nvPicPr>
          <p:blipFill rotWithShape="1">
            <a:blip r:embed="rId52"/>
            <a:srcRect l="5624" r="5624"/>
            <a:stretch>
              <a:fillRect/>
            </a:stretch>
          </p:blipFill>
          <p:spPr>
            <a:xfrm>
              <a:off x="1326523" y="3621235"/>
              <a:ext cx="890224" cy="963876"/>
            </a:xfrm>
            <a:prstGeom prst="rect">
              <a:avLst/>
            </a:prstGeom>
            <a:scene3d>
              <a:camera prst="isometricOffAxis2Right"/>
              <a:lightRig rig="threePt" dir="t"/>
            </a:scene3d>
          </p:spPr>
        </p:pic>
      </p:grpSp>
      <p:sp>
        <p:nvSpPr>
          <p:cNvPr id="210" name="Text Box 209"/>
          <p:cNvSpPr txBox="1"/>
          <p:nvPr>
            <p:custDataLst>
              <p:tags r:id="rId55"/>
            </p:custDataLst>
          </p:nvPr>
        </p:nvSpPr>
        <p:spPr>
          <a:xfrm>
            <a:off x="4334953" y="4949595"/>
            <a:ext cx="84457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T2w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2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3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4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5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6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7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8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9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10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11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12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13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14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15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16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17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18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19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20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21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22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23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24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25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26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27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28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29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30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31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32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33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34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35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36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37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38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39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40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41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42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43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44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45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46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ags/tag47.xml><?xml version="1.0" encoding="utf-8"?>
<p:tagLst xmlns:p="http://schemas.openxmlformats.org/presentationml/2006/main">
  <p:tag name="KSO_WM_DIAGRAM_VIRTUALLY_FRAME" val="{&quot;height&quot;:200.5,&quot;left&quot;:21.2,&quot;top&quot;:40.45,&quot;width&quot;:456.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1231</Words>
  <Application>WPS Presentation</Application>
  <PresentationFormat>Widescreen</PresentationFormat>
  <Paragraphs>148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SimSun</vt:lpstr>
      <vt:lpstr>Wingdings</vt:lpstr>
      <vt:lpstr>Times New Roman</vt:lpstr>
      <vt:lpstr>Calibri</vt:lpstr>
      <vt:lpstr>Microsoft YaHei</vt:lpstr>
      <vt:lpstr>Arial Unicode MS</vt:lpstr>
      <vt:lpstr>Calibri Light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M Wahaj Sajid Ali</cp:lastModifiedBy>
  <cp:revision>48</cp:revision>
  <dcterms:created xsi:type="dcterms:W3CDTF">2025-07-23T00:59:00Z</dcterms:created>
  <dcterms:modified xsi:type="dcterms:W3CDTF">2026-06-30T19:37:30Z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BBFC89AF5782492DA2973F42D69B8A80_11</vt:lpwstr>
  </property>
  <property fmtid="{D5CDD505-2E9C-101B-9397-08002B2CF9AE}" pid="3" name="KSOProductBuildVer">
    <vt:lpwstr>2057-12.2.0.23203</vt:lpwstr>
  </property>
</Properties>
</file>
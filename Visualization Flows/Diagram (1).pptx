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26517600" cy="1405699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37" userDrawn="1">
          <p15:clr>
            <a:srgbClr val="A4A3A4"/>
          </p15:clr>
        </p15:guide>
        <p15:guide id="2" pos="8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1076" y="208"/>
      </p:cViewPr>
      <p:guideLst>
        <p:guide orient="horz" pos="4437"/>
        <p:guide pos="83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14700" y="2300585"/>
            <a:ext cx="19888200" cy="4894027"/>
          </a:xfrm>
        </p:spPr>
        <p:txBody>
          <a:bodyPr anchor="b"/>
          <a:lstStyle>
            <a:lvl1pPr algn="ctr">
              <a:defRPr sz="12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14700" y="7383344"/>
            <a:ext cx="19888200" cy="3393929"/>
          </a:xfrm>
        </p:spPr>
        <p:txBody>
          <a:bodyPr/>
          <a:lstStyle>
            <a:lvl1pPr marL="0" indent="0" algn="ctr">
              <a:buNone/>
              <a:defRPr sz="4920"/>
            </a:lvl1pPr>
            <a:lvl2pPr marL="937260" indent="0" algn="ctr">
              <a:buNone/>
              <a:defRPr sz="4100"/>
            </a:lvl2pPr>
            <a:lvl3pPr marL="1874520" indent="0" algn="ctr">
              <a:buNone/>
              <a:defRPr sz="3690"/>
            </a:lvl3pPr>
            <a:lvl4pPr marL="2811780" indent="0" algn="ctr">
              <a:buNone/>
              <a:defRPr sz="3280"/>
            </a:lvl4pPr>
            <a:lvl5pPr marL="3748405" indent="0" algn="ctr">
              <a:buNone/>
              <a:defRPr sz="3280"/>
            </a:lvl5pPr>
            <a:lvl6pPr marL="4685665" indent="0" algn="ctr">
              <a:buNone/>
              <a:defRPr sz="3280"/>
            </a:lvl6pPr>
            <a:lvl7pPr marL="5622925" indent="0" algn="ctr">
              <a:buNone/>
              <a:defRPr sz="3280"/>
            </a:lvl7pPr>
            <a:lvl8pPr marL="6560185" indent="0" algn="ctr">
              <a:buNone/>
              <a:defRPr sz="3280"/>
            </a:lvl8pPr>
            <a:lvl9pPr marL="7497445" indent="0" algn="ctr">
              <a:buNone/>
              <a:defRPr sz="3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274" y="3504568"/>
            <a:ext cx="22871430" cy="5847451"/>
          </a:xfrm>
        </p:spPr>
        <p:txBody>
          <a:bodyPr anchor="b"/>
          <a:lstStyle>
            <a:lvl1pPr>
              <a:defRPr sz="12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9274" y="9407338"/>
            <a:ext cx="22871430" cy="3075036"/>
          </a:xfrm>
        </p:spPr>
        <p:txBody>
          <a:bodyPr/>
          <a:lstStyle>
            <a:lvl1pPr marL="0" indent="0">
              <a:buNone/>
              <a:defRPr sz="4920">
                <a:solidFill>
                  <a:schemeClr val="tx1">
                    <a:tint val="75000"/>
                  </a:schemeClr>
                </a:solidFill>
              </a:defRPr>
            </a:lvl1pPr>
            <a:lvl2pPr marL="937260" indent="0">
              <a:buNone/>
              <a:defRPr sz="4100">
                <a:solidFill>
                  <a:schemeClr val="tx1">
                    <a:tint val="75000"/>
                  </a:schemeClr>
                </a:solidFill>
              </a:defRPr>
            </a:lvl2pPr>
            <a:lvl3pPr marL="1874520" indent="0">
              <a:buNone/>
              <a:defRPr sz="3690">
                <a:solidFill>
                  <a:schemeClr val="tx1">
                    <a:tint val="75000"/>
                  </a:schemeClr>
                </a:solidFill>
              </a:defRPr>
            </a:lvl3pPr>
            <a:lvl4pPr marL="2811780" indent="0">
              <a:buNone/>
              <a:defRPr sz="3280">
                <a:solidFill>
                  <a:schemeClr val="tx1">
                    <a:tint val="75000"/>
                  </a:schemeClr>
                </a:solidFill>
              </a:defRPr>
            </a:lvl4pPr>
            <a:lvl5pPr marL="3748405" indent="0">
              <a:buNone/>
              <a:defRPr sz="3280">
                <a:solidFill>
                  <a:schemeClr val="tx1">
                    <a:tint val="75000"/>
                  </a:schemeClr>
                </a:solidFill>
              </a:defRPr>
            </a:lvl5pPr>
            <a:lvl6pPr marL="4685665" indent="0">
              <a:buNone/>
              <a:defRPr sz="3280">
                <a:solidFill>
                  <a:schemeClr val="tx1">
                    <a:tint val="75000"/>
                  </a:schemeClr>
                </a:solidFill>
              </a:defRPr>
            </a:lvl6pPr>
            <a:lvl7pPr marL="5622925" indent="0">
              <a:buNone/>
              <a:defRPr sz="3280">
                <a:solidFill>
                  <a:schemeClr val="tx1">
                    <a:tint val="75000"/>
                  </a:schemeClr>
                </a:solidFill>
              </a:defRPr>
            </a:lvl7pPr>
            <a:lvl8pPr marL="6560185" indent="0">
              <a:buNone/>
              <a:defRPr sz="3280">
                <a:solidFill>
                  <a:schemeClr val="tx1">
                    <a:tint val="75000"/>
                  </a:schemeClr>
                </a:solidFill>
              </a:defRPr>
            </a:lvl8pPr>
            <a:lvl9pPr marL="7497445" indent="0">
              <a:buNone/>
              <a:defRPr sz="3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3085" y="3742109"/>
            <a:ext cx="11269980" cy="89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24535" y="3742109"/>
            <a:ext cx="11269980" cy="89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6539" y="748423"/>
            <a:ext cx="22871430" cy="2717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6540" y="3445995"/>
            <a:ext cx="11218187" cy="1688829"/>
          </a:xfrm>
        </p:spPr>
        <p:txBody>
          <a:bodyPr anchor="b"/>
          <a:lstStyle>
            <a:lvl1pPr marL="0" indent="0">
              <a:buNone/>
              <a:defRPr sz="4920" b="1"/>
            </a:lvl1pPr>
            <a:lvl2pPr marL="937260" indent="0">
              <a:buNone/>
              <a:defRPr sz="4100" b="1"/>
            </a:lvl2pPr>
            <a:lvl3pPr marL="1874520" indent="0">
              <a:buNone/>
              <a:defRPr sz="3690" b="1"/>
            </a:lvl3pPr>
            <a:lvl4pPr marL="2811780" indent="0">
              <a:buNone/>
              <a:defRPr sz="3280" b="1"/>
            </a:lvl4pPr>
            <a:lvl5pPr marL="3748405" indent="0">
              <a:buNone/>
              <a:defRPr sz="3280" b="1"/>
            </a:lvl5pPr>
            <a:lvl6pPr marL="4685665" indent="0">
              <a:buNone/>
              <a:defRPr sz="3280" b="1"/>
            </a:lvl6pPr>
            <a:lvl7pPr marL="5622925" indent="0">
              <a:buNone/>
              <a:defRPr sz="3280" b="1"/>
            </a:lvl7pPr>
            <a:lvl8pPr marL="6560185" indent="0">
              <a:buNone/>
              <a:defRPr sz="3280" b="1"/>
            </a:lvl8pPr>
            <a:lvl9pPr marL="7497445" indent="0">
              <a:buNone/>
              <a:defRPr sz="328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6540" y="5134824"/>
            <a:ext cx="11218187" cy="7552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424535" y="3445995"/>
            <a:ext cx="11273434" cy="1688829"/>
          </a:xfrm>
        </p:spPr>
        <p:txBody>
          <a:bodyPr anchor="b"/>
          <a:lstStyle>
            <a:lvl1pPr marL="0" indent="0">
              <a:buNone/>
              <a:defRPr sz="4920" b="1"/>
            </a:lvl1pPr>
            <a:lvl2pPr marL="937260" indent="0">
              <a:buNone/>
              <a:defRPr sz="4100" b="1"/>
            </a:lvl2pPr>
            <a:lvl3pPr marL="1874520" indent="0">
              <a:buNone/>
              <a:defRPr sz="3690" b="1"/>
            </a:lvl3pPr>
            <a:lvl4pPr marL="2811780" indent="0">
              <a:buNone/>
              <a:defRPr sz="3280" b="1"/>
            </a:lvl4pPr>
            <a:lvl5pPr marL="3748405" indent="0">
              <a:buNone/>
              <a:defRPr sz="3280" b="1"/>
            </a:lvl5pPr>
            <a:lvl6pPr marL="4685665" indent="0">
              <a:buNone/>
              <a:defRPr sz="3280" b="1"/>
            </a:lvl6pPr>
            <a:lvl7pPr marL="5622925" indent="0">
              <a:buNone/>
              <a:defRPr sz="3280" b="1"/>
            </a:lvl7pPr>
            <a:lvl8pPr marL="6560185" indent="0">
              <a:buNone/>
              <a:defRPr sz="3280" b="1"/>
            </a:lvl8pPr>
            <a:lvl9pPr marL="7497445" indent="0">
              <a:buNone/>
              <a:defRPr sz="328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424535" y="5134824"/>
            <a:ext cx="11273434" cy="7552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6540" y="937154"/>
            <a:ext cx="8552615" cy="3280040"/>
          </a:xfrm>
        </p:spPr>
        <p:txBody>
          <a:bodyPr anchor="b"/>
          <a:lstStyle>
            <a:lvl1pPr>
              <a:defRPr sz="6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3434" y="2023994"/>
            <a:ext cx="13424535" cy="9989803"/>
          </a:xfrm>
        </p:spPr>
        <p:txBody>
          <a:bodyPr/>
          <a:lstStyle>
            <a:lvl1pPr>
              <a:defRPr sz="6560"/>
            </a:lvl1pPr>
            <a:lvl2pPr>
              <a:defRPr sz="5740"/>
            </a:lvl2pPr>
            <a:lvl3pPr>
              <a:defRPr sz="4920"/>
            </a:lvl3pPr>
            <a:lvl4pPr>
              <a:defRPr sz="4100"/>
            </a:lvl4pPr>
            <a:lvl5pPr>
              <a:defRPr sz="4100"/>
            </a:lvl5pPr>
            <a:lvl6pPr>
              <a:defRPr sz="4100"/>
            </a:lvl6pPr>
            <a:lvl7pPr>
              <a:defRPr sz="4100"/>
            </a:lvl7pPr>
            <a:lvl8pPr>
              <a:defRPr sz="4100"/>
            </a:lvl8pPr>
            <a:lvl9pPr>
              <a:defRPr sz="41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6540" y="4217194"/>
            <a:ext cx="8552615" cy="7812873"/>
          </a:xfrm>
        </p:spPr>
        <p:txBody>
          <a:bodyPr/>
          <a:lstStyle>
            <a:lvl1pPr marL="0" indent="0">
              <a:buNone/>
              <a:defRPr sz="3280"/>
            </a:lvl1pPr>
            <a:lvl2pPr marL="937260" indent="0">
              <a:buNone/>
              <a:defRPr sz="2870"/>
            </a:lvl2pPr>
            <a:lvl3pPr marL="1874520" indent="0">
              <a:buNone/>
              <a:defRPr sz="2460"/>
            </a:lvl3pPr>
            <a:lvl4pPr marL="2811780" indent="0">
              <a:buNone/>
              <a:defRPr sz="2050"/>
            </a:lvl4pPr>
            <a:lvl5pPr marL="3748405" indent="0">
              <a:buNone/>
              <a:defRPr sz="2050"/>
            </a:lvl5pPr>
            <a:lvl6pPr marL="4685665" indent="0">
              <a:buNone/>
              <a:defRPr sz="2050"/>
            </a:lvl6pPr>
            <a:lvl7pPr marL="5622925" indent="0">
              <a:buNone/>
              <a:defRPr sz="2050"/>
            </a:lvl7pPr>
            <a:lvl8pPr marL="6560185" indent="0">
              <a:buNone/>
              <a:defRPr sz="2050"/>
            </a:lvl8pPr>
            <a:lvl9pPr marL="7497445" indent="0">
              <a:buNone/>
              <a:defRPr sz="20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6540" y="937154"/>
            <a:ext cx="8552615" cy="3280040"/>
          </a:xfrm>
        </p:spPr>
        <p:txBody>
          <a:bodyPr anchor="b"/>
          <a:lstStyle>
            <a:lvl1pPr>
              <a:defRPr sz="6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273434" y="2023994"/>
            <a:ext cx="13424535" cy="9989803"/>
          </a:xfrm>
        </p:spPr>
        <p:txBody>
          <a:bodyPr anchor="t"/>
          <a:lstStyle>
            <a:lvl1pPr marL="0" indent="0">
              <a:buNone/>
              <a:defRPr sz="6560"/>
            </a:lvl1pPr>
            <a:lvl2pPr marL="937260" indent="0">
              <a:buNone/>
              <a:defRPr sz="5740"/>
            </a:lvl2pPr>
            <a:lvl3pPr marL="1874520" indent="0">
              <a:buNone/>
              <a:defRPr sz="4920"/>
            </a:lvl3pPr>
            <a:lvl4pPr marL="2811780" indent="0">
              <a:buNone/>
              <a:defRPr sz="4100"/>
            </a:lvl4pPr>
            <a:lvl5pPr marL="3748405" indent="0">
              <a:buNone/>
              <a:defRPr sz="4100"/>
            </a:lvl5pPr>
            <a:lvl6pPr marL="4685665" indent="0">
              <a:buNone/>
              <a:defRPr sz="4100"/>
            </a:lvl6pPr>
            <a:lvl7pPr marL="5622925" indent="0">
              <a:buNone/>
              <a:defRPr sz="4100"/>
            </a:lvl7pPr>
            <a:lvl8pPr marL="6560185" indent="0">
              <a:buNone/>
              <a:defRPr sz="4100"/>
            </a:lvl8pPr>
            <a:lvl9pPr marL="7497445" indent="0">
              <a:buNone/>
              <a:defRPr sz="4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6540" y="4217194"/>
            <a:ext cx="8552615" cy="7812873"/>
          </a:xfrm>
        </p:spPr>
        <p:txBody>
          <a:bodyPr/>
          <a:lstStyle>
            <a:lvl1pPr marL="0" indent="0">
              <a:buNone/>
              <a:defRPr sz="3280"/>
            </a:lvl1pPr>
            <a:lvl2pPr marL="937260" indent="0">
              <a:buNone/>
              <a:defRPr sz="2870"/>
            </a:lvl2pPr>
            <a:lvl3pPr marL="1874520" indent="0">
              <a:buNone/>
              <a:defRPr sz="2460"/>
            </a:lvl3pPr>
            <a:lvl4pPr marL="2811780" indent="0">
              <a:buNone/>
              <a:defRPr sz="2050"/>
            </a:lvl4pPr>
            <a:lvl5pPr marL="3748405" indent="0">
              <a:buNone/>
              <a:defRPr sz="2050"/>
            </a:lvl5pPr>
            <a:lvl6pPr marL="4685665" indent="0">
              <a:buNone/>
              <a:defRPr sz="2050"/>
            </a:lvl6pPr>
            <a:lvl7pPr marL="5622925" indent="0">
              <a:buNone/>
              <a:defRPr sz="2050"/>
            </a:lvl7pPr>
            <a:lvl8pPr marL="6560185" indent="0">
              <a:buNone/>
              <a:defRPr sz="2050"/>
            </a:lvl8pPr>
            <a:lvl9pPr marL="7497445" indent="0">
              <a:buNone/>
              <a:defRPr sz="20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976657" y="748422"/>
            <a:ext cx="5717858" cy="119129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3085" y="748422"/>
            <a:ext cx="16822103" cy="119129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3085" y="748423"/>
            <a:ext cx="22871430" cy="2717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085" y="3742109"/>
            <a:ext cx="22871430" cy="8919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23085" y="13029047"/>
            <a:ext cx="5966460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3955" y="13029047"/>
            <a:ext cx="8949690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728055" y="13029047"/>
            <a:ext cx="5966460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874520" rtl="0" eaLnBrk="1" latinLnBrk="0" hangingPunct="1">
        <a:lnSpc>
          <a:spcPct val="90000"/>
        </a:lnSpc>
        <a:spcBef>
          <a:spcPct val="0"/>
        </a:spcBef>
        <a:buNone/>
        <a:defRPr sz="90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8630" indent="-468630" algn="l" defTabSz="1874520" rtl="0" eaLnBrk="1" latinLnBrk="0" hangingPunct="1">
        <a:lnSpc>
          <a:spcPct val="90000"/>
        </a:lnSpc>
        <a:spcBef>
          <a:spcPts val="2050"/>
        </a:spcBef>
        <a:buFont typeface="Arial" panose="020B0604020202020204" pitchFamily="34" charset="0"/>
        <a:buChar char="•"/>
        <a:defRPr sz="5740" kern="1200">
          <a:solidFill>
            <a:schemeClr val="tx1"/>
          </a:solidFill>
          <a:latin typeface="+mn-lt"/>
          <a:ea typeface="+mn-ea"/>
          <a:cs typeface="+mn-cs"/>
        </a:defRPr>
      </a:lvl1pPr>
      <a:lvl2pPr marL="1405890" indent="-468630" algn="l" defTabSz="1874520" rtl="0" eaLnBrk="1" latinLnBrk="0" hangingPunct="1">
        <a:lnSpc>
          <a:spcPct val="90000"/>
        </a:lnSpc>
        <a:spcBef>
          <a:spcPts val="1025"/>
        </a:spcBef>
        <a:buFont typeface="Arial" panose="020B0604020202020204" pitchFamily="34" charset="0"/>
        <a:buChar char="•"/>
        <a:defRPr sz="4920" kern="1200">
          <a:solidFill>
            <a:schemeClr val="tx1"/>
          </a:solidFill>
          <a:latin typeface="+mn-lt"/>
          <a:ea typeface="+mn-ea"/>
          <a:cs typeface="+mn-cs"/>
        </a:defRPr>
      </a:lvl2pPr>
      <a:lvl3pPr marL="2343150" indent="-468630" algn="l" defTabSz="1874520" rtl="0" eaLnBrk="1" latinLnBrk="0" hangingPunct="1">
        <a:lnSpc>
          <a:spcPct val="90000"/>
        </a:lnSpc>
        <a:spcBef>
          <a:spcPts val="1025"/>
        </a:spcBef>
        <a:buFont typeface="Arial" panose="020B0604020202020204" pitchFamily="34" charset="0"/>
        <a:buChar char="•"/>
        <a:defRPr sz="4100" kern="1200">
          <a:solidFill>
            <a:schemeClr val="tx1"/>
          </a:solidFill>
          <a:latin typeface="+mn-lt"/>
          <a:ea typeface="+mn-ea"/>
          <a:cs typeface="+mn-cs"/>
        </a:defRPr>
      </a:lvl3pPr>
      <a:lvl4pPr marL="3279775" indent="-468630" algn="l" defTabSz="1874520" rtl="0" eaLnBrk="1" latinLnBrk="0" hangingPunct="1">
        <a:lnSpc>
          <a:spcPct val="90000"/>
        </a:lnSpc>
        <a:spcBef>
          <a:spcPts val="1025"/>
        </a:spcBef>
        <a:buFont typeface="Arial" panose="020B0604020202020204" pitchFamily="34" charset="0"/>
        <a:buChar char="•"/>
        <a:defRPr sz="3690" kern="1200">
          <a:solidFill>
            <a:schemeClr val="tx1"/>
          </a:solidFill>
          <a:latin typeface="+mn-lt"/>
          <a:ea typeface="+mn-ea"/>
          <a:cs typeface="+mn-cs"/>
        </a:defRPr>
      </a:lvl4pPr>
      <a:lvl5pPr marL="4217035" indent="-468630" algn="l" defTabSz="1874520" rtl="0" eaLnBrk="1" latinLnBrk="0" hangingPunct="1">
        <a:lnSpc>
          <a:spcPct val="90000"/>
        </a:lnSpc>
        <a:spcBef>
          <a:spcPts val="1025"/>
        </a:spcBef>
        <a:buFont typeface="Arial" panose="020B0604020202020204" pitchFamily="34" charset="0"/>
        <a:buChar char="•"/>
        <a:defRPr sz="3690" kern="1200">
          <a:solidFill>
            <a:schemeClr val="tx1"/>
          </a:solidFill>
          <a:latin typeface="+mn-lt"/>
          <a:ea typeface="+mn-ea"/>
          <a:cs typeface="+mn-cs"/>
        </a:defRPr>
      </a:lvl5pPr>
      <a:lvl6pPr marL="5154295" indent="-468630" algn="l" defTabSz="1874520" rtl="0" eaLnBrk="1" latinLnBrk="0" hangingPunct="1">
        <a:lnSpc>
          <a:spcPct val="90000"/>
        </a:lnSpc>
        <a:spcBef>
          <a:spcPts val="1025"/>
        </a:spcBef>
        <a:buFont typeface="Arial" panose="020B0604020202020204" pitchFamily="34" charset="0"/>
        <a:buChar char="•"/>
        <a:defRPr sz="3690" kern="1200">
          <a:solidFill>
            <a:schemeClr val="tx1"/>
          </a:solidFill>
          <a:latin typeface="+mn-lt"/>
          <a:ea typeface="+mn-ea"/>
          <a:cs typeface="+mn-cs"/>
        </a:defRPr>
      </a:lvl6pPr>
      <a:lvl7pPr marL="6091555" indent="-468630" algn="l" defTabSz="1874520" rtl="0" eaLnBrk="1" latinLnBrk="0" hangingPunct="1">
        <a:lnSpc>
          <a:spcPct val="90000"/>
        </a:lnSpc>
        <a:spcBef>
          <a:spcPts val="1025"/>
        </a:spcBef>
        <a:buFont typeface="Arial" panose="020B0604020202020204" pitchFamily="34" charset="0"/>
        <a:buChar char="•"/>
        <a:defRPr sz="3690" kern="1200">
          <a:solidFill>
            <a:schemeClr val="tx1"/>
          </a:solidFill>
          <a:latin typeface="+mn-lt"/>
          <a:ea typeface="+mn-ea"/>
          <a:cs typeface="+mn-cs"/>
        </a:defRPr>
      </a:lvl7pPr>
      <a:lvl8pPr marL="7028815" indent="-468630" algn="l" defTabSz="1874520" rtl="0" eaLnBrk="1" latinLnBrk="0" hangingPunct="1">
        <a:lnSpc>
          <a:spcPct val="90000"/>
        </a:lnSpc>
        <a:spcBef>
          <a:spcPts val="1025"/>
        </a:spcBef>
        <a:buFont typeface="Arial" panose="020B0604020202020204" pitchFamily="34" charset="0"/>
        <a:buChar char="•"/>
        <a:defRPr sz="3690" kern="1200">
          <a:solidFill>
            <a:schemeClr val="tx1"/>
          </a:solidFill>
          <a:latin typeface="+mn-lt"/>
          <a:ea typeface="+mn-ea"/>
          <a:cs typeface="+mn-cs"/>
        </a:defRPr>
      </a:lvl8pPr>
      <a:lvl9pPr marL="7966075" indent="-468630" algn="l" defTabSz="1874520" rtl="0" eaLnBrk="1" latinLnBrk="0" hangingPunct="1">
        <a:lnSpc>
          <a:spcPct val="90000"/>
        </a:lnSpc>
        <a:spcBef>
          <a:spcPts val="1025"/>
        </a:spcBef>
        <a:buFont typeface="Arial" panose="020B0604020202020204" pitchFamily="34" charset="0"/>
        <a:buChar char="•"/>
        <a:defRPr sz="36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1pPr>
      <a:lvl2pPr marL="937260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2pPr>
      <a:lvl3pPr marL="1874520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3pPr>
      <a:lvl4pPr marL="2811780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4pPr>
      <a:lvl5pPr marL="3748405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5pPr>
      <a:lvl6pPr marL="4685665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6pPr>
      <a:lvl7pPr marL="5622925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7pPr>
      <a:lvl8pPr marL="6560185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8pPr>
      <a:lvl9pPr marL="7497445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6" Type="http://schemas.openxmlformats.org/officeDocument/2006/relationships/slideLayout" Target="../slideLayouts/slideLayout1.xml"/><Relationship Id="rId55" Type="http://schemas.openxmlformats.org/officeDocument/2006/relationships/tags" Target="../tags/tag47.xml"/><Relationship Id="rId54" Type="http://schemas.openxmlformats.org/officeDocument/2006/relationships/tags" Target="../tags/tag46.xml"/><Relationship Id="rId53" Type="http://schemas.openxmlformats.org/officeDocument/2006/relationships/tags" Target="../tags/tag45.xml"/><Relationship Id="rId52" Type="http://schemas.openxmlformats.org/officeDocument/2006/relationships/image" Target="../media/image8.png"/><Relationship Id="rId51" Type="http://schemas.openxmlformats.org/officeDocument/2006/relationships/tags" Target="../tags/tag44.xml"/><Relationship Id="rId50" Type="http://schemas.openxmlformats.org/officeDocument/2006/relationships/tags" Target="../tags/tag43.xml"/><Relationship Id="rId5" Type="http://schemas.openxmlformats.org/officeDocument/2006/relationships/image" Target="../media/image2.png"/><Relationship Id="rId49" Type="http://schemas.openxmlformats.org/officeDocument/2006/relationships/tags" Target="../tags/tag42.xml"/><Relationship Id="rId48" Type="http://schemas.openxmlformats.org/officeDocument/2006/relationships/tags" Target="../tags/tag41.xml"/><Relationship Id="rId47" Type="http://schemas.openxmlformats.org/officeDocument/2006/relationships/tags" Target="../tags/tag40.xml"/><Relationship Id="rId46" Type="http://schemas.openxmlformats.org/officeDocument/2006/relationships/tags" Target="../tags/tag39.xml"/><Relationship Id="rId45" Type="http://schemas.openxmlformats.org/officeDocument/2006/relationships/tags" Target="../tags/tag38.xml"/><Relationship Id="rId44" Type="http://schemas.openxmlformats.org/officeDocument/2006/relationships/image" Target="../media/image7.png"/><Relationship Id="rId43" Type="http://schemas.openxmlformats.org/officeDocument/2006/relationships/tags" Target="../tags/tag37.xml"/><Relationship Id="rId42" Type="http://schemas.openxmlformats.org/officeDocument/2006/relationships/tags" Target="../tags/tag36.xml"/><Relationship Id="rId41" Type="http://schemas.openxmlformats.org/officeDocument/2006/relationships/tags" Target="../tags/tag35.xml"/><Relationship Id="rId40" Type="http://schemas.openxmlformats.org/officeDocument/2006/relationships/tags" Target="../tags/tag34.xml"/><Relationship Id="rId4" Type="http://schemas.openxmlformats.org/officeDocument/2006/relationships/tags" Target="../tags/tag3.xml"/><Relationship Id="rId39" Type="http://schemas.openxmlformats.org/officeDocument/2006/relationships/tags" Target="../tags/tag33.xml"/><Relationship Id="rId38" Type="http://schemas.openxmlformats.org/officeDocument/2006/relationships/image" Target="../media/image6.png"/><Relationship Id="rId37" Type="http://schemas.openxmlformats.org/officeDocument/2006/relationships/tags" Target="../tags/tag32.xml"/><Relationship Id="rId36" Type="http://schemas.openxmlformats.org/officeDocument/2006/relationships/tags" Target="../tags/tag31.xml"/><Relationship Id="rId35" Type="http://schemas.openxmlformats.org/officeDocument/2006/relationships/tags" Target="../tags/tag30.xml"/><Relationship Id="rId34" Type="http://schemas.openxmlformats.org/officeDocument/2006/relationships/tags" Target="../tags/tag29.xml"/><Relationship Id="rId33" Type="http://schemas.openxmlformats.org/officeDocument/2006/relationships/tags" Target="../tags/tag28.xml"/><Relationship Id="rId32" Type="http://schemas.openxmlformats.org/officeDocument/2006/relationships/tags" Target="../tags/tag27.xml"/><Relationship Id="rId31" Type="http://schemas.openxmlformats.org/officeDocument/2006/relationships/image" Target="../media/image5.png"/><Relationship Id="rId30" Type="http://schemas.openxmlformats.org/officeDocument/2006/relationships/tags" Target="../tags/tag26.xml"/><Relationship Id="rId3" Type="http://schemas.openxmlformats.org/officeDocument/2006/relationships/tags" Target="../tags/tag2.xml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1.xml"/><Relationship Id="rId19" Type="http://schemas.openxmlformats.org/officeDocument/2006/relationships/tags" Target="../tags/tag15.xml"/><Relationship Id="rId18" Type="http://schemas.openxmlformats.org/officeDocument/2006/relationships/image" Target="../media/image4.png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image" Target="../media/image3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s 211"/>
          <p:cNvSpPr/>
          <p:nvPr/>
        </p:nvSpPr>
        <p:spPr>
          <a:xfrm>
            <a:off x="17435190" y="6645679"/>
            <a:ext cx="4139565" cy="14033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Rectangles 210"/>
          <p:cNvSpPr/>
          <p:nvPr/>
        </p:nvSpPr>
        <p:spPr>
          <a:xfrm>
            <a:off x="17436460" y="8642119"/>
            <a:ext cx="4139565" cy="14033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Rectangles 182"/>
          <p:cNvSpPr/>
          <p:nvPr/>
        </p:nvSpPr>
        <p:spPr>
          <a:xfrm>
            <a:off x="17435190" y="10469014"/>
            <a:ext cx="4139565" cy="14033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Arrow Connector 1"/>
          <p:cNvCxnSpPr/>
          <p:nvPr/>
        </p:nvCxnSpPr>
        <p:spPr>
          <a:xfrm>
            <a:off x="13796645" y="4003675"/>
            <a:ext cx="667385" cy="698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97" name="Group 96"/>
          <p:cNvGrpSpPr/>
          <p:nvPr/>
        </p:nvGrpSpPr>
        <p:grpSpPr>
          <a:xfrm rot="0">
            <a:off x="7438390" y="517525"/>
            <a:ext cx="4137660" cy="9806940"/>
            <a:chOff x="7198882" y="1584837"/>
            <a:chExt cx="3059698" cy="7756137"/>
          </a:xfrm>
        </p:grpSpPr>
        <p:cxnSp>
          <p:nvCxnSpPr>
            <p:cNvPr id="23" name="Straight Arrow Connector 22"/>
            <p:cNvCxnSpPr/>
            <p:nvPr/>
          </p:nvCxnSpPr>
          <p:spPr>
            <a:xfrm flipH="1" flipV="1">
              <a:off x="8795137" y="6569721"/>
              <a:ext cx="10330" cy="277125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" name="Rectangles 23"/>
            <p:cNvSpPr/>
            <p:nvPr/>
          </p:nvSpPr>
          <p:spPr>
            <a:xfrm>
              <a:off x="7198882" y="1584837"/>
              <a:ext cx="3059698" cy="492919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8342733" y="1648117"/>
              <a:ext cx="1070612" cy="364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Encoder</a:t>
              </a:r>
              <a:endParaRPr lang="en-US" altLang="en-GB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7223769" y="2462473"/>
              <a:ext cx="541038" cy="364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E1</a:t>
              </a:r>
              <a:endParaRPr lang="en-US" altLang="en-GB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Rectangles 48"/>
            <p:cNvSpPr/>
            <p:nvPr/>
          </p:nvSpPr>
          <p:spPr>
            <a:xfrm>
              <a:off x="7638852" y="2274386"/>
              <a:ext cx="2374599" cy="7317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7638852" y="2282923"/>
              <a:ext cx="2322008" cy="364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 + IN + GELU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 Box 51"/>
            <p:cNvSpPr txBox="1"/>
            <p:nvPr/>
          </p:nvSpPr>
          <p:spPr>
            <a:xfrm>
              <a:off x="8512716" y="2647032"/>
              <a:ext cx="510419" cy="364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lang="en-US" alt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 Box 52"/>
            <p:cNvSpPr txBox="1"/>
            <p:nvPr/>
          </p:nvSpPr>
          <p:spPr>
            <a:xfrm>
              <a:off x="7223878" y="3504499"/>
              <a:ext cx="459755" cy="364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E2</a:t>
              </a:r>
              <a:endParaRPr lang="en-US" altLang="en-GB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7224185" y="4541409"/>
              <a:ext cx="495952" cy="38672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en-US" altLang="en-GB" sz="2400" b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E3</a:t>
              </a:r>
              <a:endParaRPr lang="en-US" altLang="en-GB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4" name="Text Box 63"/>
            <p:cNvSpPr txBox="1"/>
            <p:nvPr/>
          </p:nvSpPr>
          <p:spPr>
            <a:xfrm>
              <a:off x="7224459" y="5534151"/>
              <a:ext cx="477536" cy="3641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en-GB" sz="2400" b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E4</a:t>
              </a:r>
              <a:endParaRPr lang="en-US" altLang="en-GB"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 rot="0">
            <a:off x="11591290" y="1343025"/>
            <a:ext cx="2196465" cy="4872355"/>
            <a:chOff x="10149063" y="2233797"/>
            <a:chExt cx="1346766" cy="3553844"/>
          </a:xfrm>
        </p:grpSpPr>
        <p:cxnSp>
          <p:nvCxnSpPr>
            <p:cNvPr id="68" name="Straight Arrow Connector 67"/>
            <p:cNvCxnSpPr/>
            <p:nvPr/>
          </p:nvCxnSpPr>
          <p:spPr>
            <a:xfrm>
              <a:off x="10149063" y="2554580"/>
              <a:ext cx="277592" cy="41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9" name="Rectangles 68"/>
            <p:cNvSpPr/>
            <p:nvPr/>
          </p:nvSpPr>
          <p:spPr>
            <a:xfrm>
              <a:off x="10449022" y="2267168"/>
              <a:ext cx="971378" cy="53681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 Box 69"/>
            <p:cNvSpPr txBox="1"/>
            <p:nvPr/>
          </p:nvSpPr>
          <p:spPr>
            <a:xfrm>
              <a:off x="10606422" y="2233797"/>
              <a:ext cx="812920" cy="5701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Pooling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s 71"/>
            <p:cNvSpPr/>
            <p:nvPr/>
          </p:nvSpPr>
          <p:spPr>
            <a:xfrm>
              <a:off x="10426330" y="3222209"/>
              <a:ext cx="935949" cy="54469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 Box 72"/>
            <p:cNvSpPr txBox="1"/>
            <p:nvPr/>
          </p:nvSpPr>
          <p:spPr>
            <a:xfrm>
              <a:off x="10587570" y="3188966"/>
              <a:ext cx="797587" cy="60536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Global Pooling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5" name="Rectangles 74"/>
            <p:cNvSpPr/>
            <p:nvPr/>
          </p:nvSpPr>
          <p:spPr>
            <a:xfrm>
              <a:off x="10449164" y="4243455"/>
              <a:ext cx="927766" cy="5010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 Box 75"/>
            <p:cNvSpPr txBox="1"/>
            <p:nvPr/>
          </p:nvSpPr>
          <p:spPr>
            <a:xfrm>
              <a:off x="10587568" y="4185956"/>
              <a:ext cx="791237" cy="60536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Global Pooling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8" name="Rectangles 77"/>
            <p:cNvSpPr/>
            <p:nvPr/>
          </p:nvSpPr>
          <p:spPr>
            <a:xfrm>
              <a:off x="10426317" y="5215674"/>
              <a:ext cx="927766" cy="5010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 Box 78"/>
            <p:cNvSpPr txBox="1"/>
            <p:nvPr/>
          </p:nvSpPr>
          <p:spPr>
            <a:xfrm>
              <a:off x="10551066" y="5166556"/>
              <a:ext cx="827433" cy="6210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Global Pooling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80" name="Straight Connector 79"/>
            <p:cNvCxnSpPr/>
            <p:nvPr/>
          </p:nvCxnSpPr>
          <p:spPr>
            <a:xfrm flipV="1">
              <a:off x="11420688" y="2582110"/>
              <a:ext cx="75141" cy="4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flipV="1">
              <a:off x="11371883" y="3544868"/>
              <a:ext cx="110959" cy="4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flipV="1">
              <a:off x="11389058" y="4528517"/>
              <a:ext cx="92271" cy="4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V="1">
              <a:off x="11360053" y="5482954"/>
              <a:ext cx="119524" cy="4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flipH="1">
              <a:off x="11486177" y="2578434"/>
              <a:ext cx="4445" cy="29128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91" name="Group 90"/>
          <p:cNvGrpSpPr/>
          <p:nvPr/>
        </p:nvGrpSpPr>
        <p:grpSpPr>
          <a:xfrm rot="0">
            <a:off x="14511020" y="333375"/>
            <a:ext cx="5615305" cy="6031865"/>
            <a:chOff x="11008282" y="2073330"/>
            <a:chExt cx="3733604" cy="4015846"/>
          </a:xfrm>
        </p:grpSpPr>
        <p:sp>
          <p:nvSpPr>
            <p:cNvPr id="89" name="Rectangles 88"/>
            <p:cNvSpPr/>
            <p:nvPr/>
          </p:nvSpPr>
          <p:spPr>
            <a:xfrm>
              <a:off x="11008282" y="2073330"/>
              <a:ext cx="3175083" cy="40158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 Box 89"/>
            <p:cNvSpPr txBox="1"/>
            <p:nvPr/>
          </p:nvSpPr>
          <p:spPr>
            <a:xfrm>
              <a:off x="11362945" y="2151006"/>
              <a:ext cx="2689103" cy="30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Multi-Scale Gated ABMIL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 Box 92"/>
            <p:cNvSpPr txBox="1"/>
            <p:nvPr/>
          </p:nvSpPr>
          <p:spPr>
            <a:xfrm>
              <a:off x="11016805" y="2626361"/>
              <a:ext cx="3035300" cy="798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Polling of E1-E4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Gated Attention Weighting 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Context Vector z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 Box 93"/>
            <p:cNvSpPr txBox="1"/>
            <p:nvPr/>
          </p:nvSpPr>
          <p:spPr>
            <a:xfrm>
              <a:off x="11120763" y="3850127"/>
              <a:ext cx="358040" cy="268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Rectangles 94"/>
            <p:cNvSpPr/>
            <p:nvPr/>
          </p:nvSpPr>
          <p:spPr>
            <a:xfrm>
              <a:off x="11526652" y="3766820"/>
              <a:ext cx="469900" cy="206629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s 95"/>
            <p:cNvSpPr/>
            <p:nvPr/>
          </p:nvSpPr>
          <p:spPr>
            <a:xfrm>
              <a:off x="11585008" y="3889375"/>
              <a:ext cx="334010" cy="1905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Rectangles 99"/>
            <p:cNvSpPr/>
            <p:nvPr/>
          </p:nvSpPr>
          <p:spPr>
            <a:xfrm>
              <a:off x="11585008" y="4398645"/>
              <a:ext cx="334010" cy="1905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Rectangles 100"/>
            <p:cNvSpPr/>
            <p:nvPr/>
          </p:nvSpPr>
          <p:spPr>
            <a:xfrm>
              <a:off x="11585008" y="4956175"/>
              <a:ext cx="334010" cy="1905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Rectangles 101"/>
            <p:cNvSpPr/>
            <p:nvPr/>
          </p:nvSpPr>
          <p:spPr>
            <a:xfrm>
              <a:off x="11585008" y="5501005"/>
              <a:ext cx="334010" cy="1905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Text Box 102"/>
            <p:cNvSpPr txBox="1"/>
            <p:nvPr/>
          </p:nvSpPr>
          <p:spPr>
            <a:xfrm>
              <a:off x="12064002" y="4573916"/>
              <a:ext cx="317500" cy="30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Rectangles 103"/>
            <p:cNvSpPr/>
            <p:nvPr/>
          </p:nvSpPr>
          <p:spPr>
            <a:xfrm>
              <a:off x="12323104" y="3760471"/>
              <a:ext cx="469900" cy="206629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Rectangles 104"/>
            <p:cNvSpPr/>
            <p:nvPr/>
          </p:nvSpPr>
          <p:spPr>
            <a:xfrm>
              <a:off x="12398346" y="3883025"/>
              <a:ext cx="334010" cy="1905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Rectangles 105"/>
            <p:cNvSpPr/>
            <p:nvPr/>
          </p:nvSpPr>
          <p:spPr>
            <a:xfrm>
              <a:off x="12398346" y="4392295"/>
              <a:ext cx="334010" cy="1905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Rectangles 106"/>
            <p:cNvSpPr/>
            <p:nvPr/>
          </p:nvSpPr>
          <p:spPr>
            <a:xfrm>
              <a:off x="12398346" y="4949825"/>
              <a:ext cx="334010" cy="1905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Rectangles 107"/>
            <p:cNvSpPr/>
            <p:nvPr/>
          </p:nvSpPr>
          <p:spPr>
            <a:xfrm>
              <a:off x="12398346" y="5494655"/>
              <a:ext cx="334010" cy="1905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9" name="Straight Arrow Connector 108"/>
            <p:cNvCxnSpPr/>
            <p:nvPr/>
          </p:nvCxnSpPr>
          <p:spPr>
            <a:xfrm>
              <a:off x="12857794" y="4777466"/>
              <a:ext cx="271145" cy="25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0" name="Rectangles 109"/>
            <p:cNvSpPr/>
            <p:nvPr/>
          </p:nvSpPr>
          <p:spPr>
            <a:xfrm>
              <a:off x="13226646" y="3801106"/>
              <a:ext cx="321945" cy="193865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Text Box 110"/>
            <p:cNvSpPr txBox="1"/>
            <p:nvPr/>
          </p:nvSpPr>
          <p:spPr>
            <a:xfrm>
              <a:off x="13277338" y="4663545"/>
              <a:ext cx="220345" cy="30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2" name="Straight Arrow Connector 111"/>
            <p:cNvCxnSpPr/>
            <p:nvPr/>
          </p:nvCxnSpPr>
          <p:spPr>
            <a:xfrm>
              <a:off x="14183292" y="2539544"/>
              <a:ext cx="558594" cy="71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 rot="0">
            <a:off x="19761200" y="418465"/>
            <a:ext cx="3470910" cy="2627630"/>
            <a:chOff x="14988447" y="2094162"/>
            <a:chExt cx="2451735" cy="1726042"/>
          </a:xfrm>
        </p:grpSpPr>
        <p:sp>
          <p:nvSpPr>
            <p:cNvPr id="113" name="Rectangles 112"/>
            <p:cNvSpPr/>
            <p:nvPr/>
          </p:nvSpPr>
          <p:spPr>
            <a:xfrm>
              <a:off x="15315909" y="2094162"/>
              <a:ext cx="1805973" cy="172604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 Box 113"/>
            <p:cNvSpPr txBox="1"/>
            <p:nvPr/>
          </p:nvSpPr>
          <p:spPr>
            <a:xfrm>
              <a:off x="14988447" y="2094182"/>
              <a:ext cx="2451735" cy="545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GB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FiLM</a:t>
              </a:r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Bottleneck Conditioning 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 Box 114"/>
            <p:cNvSpPr txBox="1"/>
            <p:nvPr/>
          </p:nvSpPr>
          <p:spPr>
            <a:xfrm>
              <a:off x="15177793" y="2819191"/>
              <a:ext cx="2046605" cy="787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γ(z), β(z)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β' = </a:t>
              </a:r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γ  </a:t>
              </a:r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⊙B + </a:t>
              </a:r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β'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17" name="Straight Arrow Connector 116"/>
          <p:cNvCxnSpPr/>
          <p:nvPr/>
        </p:nvCxnSpPr>
        <p:spPr>
          <a:xfrm>
            <a:off x="22926675" y="1044575"/>
            <a:ext cx="812165" cy="1333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 rot="0">
            <a:off x="23803610" y="450215"/>
            <a:ext cx="2425065" cy="997585"/>
            <a:chOff x="18101290" y="2339087"/>
            <a:chExt cx="1664756" cy="526250"/>
          </a:xfrm>
        </p:grpSpPr>
        <p:sp>
          <p:nvSpPr>
            <p:cNvPr id="116" name="Rectangles 115"/>
            <p:cNvSpPr/>
            <p:nvPr/>
          </p:nvSpPr>
          <p:spPr>
            <a:xfrm>
              <a:off x="18163874" y="2339087"/>
              <a:ext cx="1585420" cy="5262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 Box 117"/>
            <p:cNvSpPr txBox="1"/>
            <p:nvPr/>
          </p:nvSpPr>
          <p:spPr>
            <a:xfrm>
              <a:off x="18101290" y="2372236"/>
              <a:ext cx="1664756" cy="437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Bottleneck 256 channels 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9" name="Text Box 118"/>
          <p:cNvSpPr txBox="1"/>
          <p:nvPr/>
        </p:nvSpPr>
        <p:spPr>
          <a:xfrm>
            <a:off x="22926675" y="1788795"/>
            <a:ext cx="35198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“Channels” refers to the number of feature channels (feature maps).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Group 49"/>
          <p:cNvGrpSpPr/>
          <p:nvPr/>
        </p:nvGrpSpPr>
        <p:grpSpPr>
          <a:xfrm rot="0">
            <a:off x="17436465" y="3128645"/>
            <a:ext cx="7111366" cy="10647045"/>
            <a:chOff x="13860583" y="3604121"/>
            <a:chExt cx="4975308" cy="10020652"/>
          </a:xfrm>
        </p:grpSpPr>
        <p:cxnSp>
          <p:nvCxnSpPr>
            <p:cNvPr id="122" name="Straight Connector 121"/>
            <p:cNvCxnSpPr/>
            <p:nvPr/>
          </p:nvCxnSpPr>
          <p:spPr>
            <a:xfrm flipV="1">
              <a:off x="18833533" y="3604121"/>
              <a:ext cx="2221" cy="32750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H="1" flipV="1">
              <a:off x="15633195" y="3906426"/>
              <a:ext cx="3202696" cy="10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5" name="Straight Arrow Connector 124"/>
            <p:cNvCxnSpPr/>
            <p:nvPr/>
          </p:nvCxnSpPr>
          <p:spPr>
            <a:xfrm>
              <a:off x="15637492" y="3890508"/>
              <a:ext cx="8441" cy="294816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7" name="Text Box 126"/>
            <p:cNvSpPr txBox="1"/>
            <p:nvPr/>
          </p:nvSpPr>
          <p:spPr>
            <a:xfrm>
              <a:off x="14433217" y="6949120"/>
              <a:ext cx="1648601" cy="40639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en-GB" sz="24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Decoder Level 4</a:t>
              </a:r>
              <a:endParaRPr lang="en-US" altLang="en-GB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Text Box 127"/>
            <p:cNvSpPr txBox="1"/>
            <p:nvPr/>
          </p:nvSpPr>
          <p:spPr>
            <a:xfrm>
              <a:off x="14045390" y="7345355"/>
              <a:ext cx="2745891" cy="781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 Gate (E4, z)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Concatenation + Upsample 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5" name="Straight Arrow Connector 134"/>
            <p:cNvCxnSpPr/>
            <p:nvPr/>
          </p:nvCxnSpPr>
          <p:spPr>
            <a:xfrm>
              <a:off x="15353199" y="8357407"/>
              <a:ext cx="0" cy="3334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7" name="Text Box 136"/>
            <p:cNvSpPr txBox="1"/>
            <p:nvPr/>
          </p:nvSpPr>
          <p:spPr>
            <a:xfrm>
              <a:off x="14480791" y="8775700"/>
              <a:ext cx="2103120" cy="4064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en-GB" sz="2400" b="1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Decoder Level 3</a:t>
              </a:r>
              <a:endParaRPr lang="en-US" altLang="en-GB" sz="2400" b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Text Box 137"/>
            <p:cNvSpPr txBox="1"/>
            <p:nvPr/>
          </p:nvSpPr>
          <p:spPr>
            <a:xfrm>
              <a:off x="13994746" y="9288886"/>
              <a:ext cx="2761884" cy="781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 Gate (E3, z)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Concatenation + Upsample 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9" name="Straight Arrow Connector 138"/>
            <p:cNvCxnSpPr/>
            <p:nvPr/>
          </p:nvCxnSpPr>
          <p:spPr>
            <a:xfrm flipH="1">
              <a:off x="15374842" y="10159055"/>
              <a:ext cx="1777" cy="3125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1" name="Text Box 140"/>
            <p:cNvSpPr txBox="1"/>
            <p:nvPr/>
          </p:nvSpPr>
          <p:spPr>
            <a:xfrm>
              <a:off x="14486886" y="10540104"/>
              <a:ext cx="2103120" cy="4064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en-GB" sz="2400" b="1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Decoder Level 2</a:t>
              </a:r>
              <a:endParaRPr lang="en-US" altLang="en-GB" sz="2400" b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Text Box 141"/>
            <p:cNvSpPr txBox="1"/>
            <p:nvPr/>
          </p:nvSpPr>
          <p:spPr>
            <a:xfrm>
              <a:off x="13992080" y="10980808"/>
              <a:ext cx="2812972" cy="781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 Gate (E2, z)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Concatenation + Upsample 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3" name="Straight Arrow Connector 142"/>
            <p:cNvCxnSpPr/>
            <p:nvPr/>
          </p:nvCxnSpPr>
          <p:spPr>
            <a:xfrm flipH="1">
              <a:off x="15383852" y="11890211"/>
              <a:ext cx="1777" cy="3334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4" name="Rectangles 143"/>
            <p:cNvSpPr/>
            <p:nvPr/>
          </p:nvSpPr>
          <p:spPr>
            <a:xfrm>
              <a:off x="13860583" y="12303986"/>
              <a:ext cx="2896046" cy="132078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Text Box 144"/>
            <p:cNvSpPr txBox="1"/>
            <p:nvPr/>
          </p:nvSpPr>
          <p:spPr>
            <a:xfrm>
              <a:off x="14535434" y="12303911"/>
              <a:ext cx="2103120" cy="4064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en-GB" sz="2400" b="1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Decoder Level 1</a:t>
              </a:r>
              <a:endParaRPr lang="en-US" altLang="en-GB" sz="2400" b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Text Box 145"/>
            <p:cNvSpPr txBox="1"/>
            <p:nvPr/>
          </p:nvSpPr>
          <p:spPr>
            <a:xfrm>
              <a:off x="13992080" y="12777318"/>
              <a:ext cx="2710351" cy="781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 Gate (E1, z)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Concatenation + Upsample 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47" name="Straight Connector 146"/>
          <p:cNvCxnSpPr/>
          <p:nvPr/>
        </p:nvCxnSpPr>
        <p:spPr>
          <a:xfrm>
            <a:off x="11720195" y="5808980"/>
            <a:ext cx="11430" cy="74980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99" name="Group 98"/>
          <p:cNvGrpSpPr/>
          <p:nvPr/>
        </p:nvGrpSpPr>
        <p:grpSpPr>
          <a:xfrm rot="0">
            <a:off x="11734800" y="6925945"/>
            <a:ext cx="5634355" cy="1061720"/>
            <a:chOff x="10586424" y="7873877"/>
            <a:chExt cx="4958995" cy="854266"/>
          </a:xfrm>
        </p:grpSpPr>
        <p:cxnSp>
          <p:nvCxnSpPr>
            <p:cNvPr id="148" name="Straight Arrow Connector 147"/>
            <p:cNvCxnSpPr/>
            <p:nvPr/>
          </p:nvCxnSpPr>
          <p:spPr>
            <a:xfrm>
              <a:off x="10586424" y="8380594"/>
              <a:ext cx="1832651" cy="56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9" name="Rectangles 148"/>
            <p:cNvSpPr/>
            <p:nvPr/>
          </p:nvSpPr>
          <p:spPr>
            <a:xfrm>
              <a:off x="12466133" y="7873877"/>
              <a:ext cx="1297778" cy="85426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Text Box 149"/>
            <p:cNvSpPr txBox="1"/>
            <p:nvPr/>
          </p:nvSpPr>
          <p:spPr>
            <a:xfrm>
              <a:off x="12449256" y="7969301"/>
              <a:ext cx="1302809" cy="667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 Gate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1" name="Straight Arrow Connector 150"/>
            <p:cNvCxnSpPr/>
            <p:nvPr/>
          </p:nvCxnSpPr>
          <p:spPr>
            <a:xfrm flipV="1">
              <a:off x="13811135" y="8286016"/>
              <a:ext cx="1734284" cy="715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7" name="Rectangles 166"/>
          <p:cNvSpPr/>
          <p:nvPr/>
        </p:nvSpPr>
        <p:spPr>
          <a:xfrm>
            <a:off x="22652355" y="3862705"/>
            <a:ext cx="3482975" cy="92265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Text Box 167"/>
          <p:cNvSpPr txBox="1"/>
          <p:nvPr/>
        </p:nvSpPr>
        <p:spPr>
          <a:xfrm>
            <a:off x="22694900" y="4089400"/>
            <a:ext cx="3522980" cy="606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 x 1 x 1 Conv + SoftMax 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9" name="Straight Arrow Connector 168"/>
          <p:cNvCxnSpPr/>
          <p:nvPr/>
        </p:nvCxnSpPr>
        <p:spPr>
          <a:xfrm>
            <a:off x="24540845" y="4849495"/>
            <a:ext cx="3810" cy="32004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0" name="Text Box 169"/>
          <p:cNvSpPr txBox="1"/>
          <p:nvPr/>
        </p:nvSpPr>
        <p:spPr>
          <a:xfrm>
            <a:off x="23188930" y="5257800"/>
            <a:ext cx="27254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5 - Class Glioma Segmentation</a:t>
            </a:r>
            <a:endParaRPr lang="en-US" altLang="en-GB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Rectangles 170"/>
          <p:cNvSpPr/>
          <p:nvPr/>
        </p:nvSpPr>
        <p:spPr>
          <a:xfrm>
            <a:off x="22168485" y="6432550"/>
            <a:ext cx="259715" cy="2501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Text Box 172"/>
          <p:cNvSpPr txBox="1"/>
          <p:nvPr/>
        </p:nvSpPr>
        <p:spPr>
          <a:xfrm>
            <a:off x="22564090" y="6214745"/>
            <a:ext cx="34861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Non-Enhancing Tumor Core (NETC) 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Rectangles 173"/>
          <p:cNvSpPr/>
          <p:nvPr/>
        </p:nvSpPr>
        <p:spPr>
          <a:xfrm>
            <a:off x="22168485" y="7737475"/>
            <a:ext cx="259715" cy="25019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 Box 174"/>
          <p:cNvSpPr txBox="1"/>
          <p:nvPr/>
        </p:nvSpPr>
        <p:spPr>
          <a:xfrm>
            <a:off x="22510750" y="7633335"/>
            <a:ext cx="349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Tissue (ET) 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Rectangles 175"/>
          <p:cNvSpPr/>
          <p:nvPr/>
        </p:nvSpPr>
        <p:spPr>
          <a:xfrm>
            <a:off x="22168485" y="8909685"/>
            <a:ext cx="259715" cy="2501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Text Box 176"/>
          <p:cNvSpPr txBox="1"/>
          <p:nvPr/>
        </p:nvSpPr>
        <p:spPr>
          <a:xfrm>
            <a:off x="22505035" y="8644255"/>
            <a:ext cx="39414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Surrounding Non-Flair Hyperintensity (SNFH) 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Rectangles 177"/>
          <p:cNvSpPr/>
          <p:nvPr/>
        </p:nvSpPr>
        <p:spPr>
          <a:xfrm>
            <a:off x="22168485" y="10175240"/>
            <a:ext cx="259715" cy="25019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Text Box 180"/>
          <p:cNvSpPr txBox="1"/>
          <p:nvPr/>
        </p:nvSpPr>
        <p:spPr>
          <a:xfrm>
            <a:off x="22465665" y="10052050"/>
            <a:ext cx="34486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Resection Cavity (RC)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2" name="Picture 181" descr="Screenshot 2026-07-01 0026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69120" y="10748010"/>
            <a:ext cx="3378835" cy="289560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 rot="0">
            <a:off x="390525" y="450215"/>
            <a:ext cx="7052310" cy="10181590"/>
            <a:chOff x="134293" y="128002"/>
            <a:chExt cx="5132461" cy="7580750"/>
          </a:xfrm>
        </p:grpSpPr>
        <p:sp>
          <p:nvSpPr>
            <p:cNvPr id="4" name="Rectangles 3"/>
            <p:cNvSpPr/>
            <p:nvPr/>
          </p:nvSpPr>
          <p:spPr>
            <a:xfrm>
              <a:off x="134293" y="128273"/>
              <a:ext cx="5044573" cy="234956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GB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 Box 4"/>
            <p:cNvSpPr txBox="1"/>
            <p:nvPr/>
          </p:nvSpPr>
          <p:spPr>
            <a:xfrm>
              <a:off x="259394" y="128002"/>
              <a:ext cx="4818538" cy="617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Multi-Parametric MRI (Full 3D Volumes)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/>
            <p:cNvGrpSpPr/>
            <p:nvPr>
              <p:custDataLst>
                <p:tags r:id="rId2"/>
              </p:custDataLst>
            </p:nvPr>
          </p:nvGrpSpPr>
          <p:grpSpPr>
            <a:xfrm>
              <a:off x="213892" y="734336"/>
              <a:ext cx="1257977" cy="1696142"/>
              <a:chOff x="835546" y="3183673"/>
              <a:chExt cx="1381201" cy="1501332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835546" y="3183673"/>
                <a:ext cx="1103626" cy="1501332"/>
                <a:chOff x="733" y="541307"/>
                <a:chExt cx="1103626" cy="1501332"/>
              </a:xfrm>
            </p:grpSpPr>
            <p:sp>
              <p:nvSpPr>
                <p:cNvPr id="15" name="Cube 14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733" y="856190"/>
                  <a:ext cx="1103626" cy="1147480"/>
                </a:xfrm>
                <a:prstGeom prst="cub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>
                      <a:ln>
                        <a:solidFill>
                          <a:sysClr val="windowText" lastClr="000000"/>
                        </a:solidFill>
                      </a:ln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 Volume</a:t>
                  </a:r>
                  <a:endParaRPr lang="en-US" sz="200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16" name="Picture 15" descr="C:/Users/Wahaj Sajid/Desktop/T1c.pngT1c"/>
                <p:cNvPicPr>
                  <a:picLocks noChangeAspect="1"/>
                </p:cNvPicPr>
                <p:nvPr>
                  <p:custDataLst>
                    <p:tags r:id="rId4"/>
                  </p:custDataLst>
                </p:nvPr>
              </p:nvPicPr>
              <p:blipFill rotWithShape="1">
                <a:blip r:embed="rId5"/>
                <a:srcRect l="13650" r="13650"/>
                <a:stretch>
                  <a:fillRect/>
                </a:stretch>
              </p:blipFill>
              <p:spPr>
                <a:xfrm>
                  <a:off x="9787" y="1126427"/>
                  <a:ext cx="782640" cy="916212"/>
                </a:xfrm>
                <a:prstGeom prst="rect">
                  <a:avLst/>
                </a:prstGeom>
              </p:spPr>
            </p:pic>
            <p:pic>
              <p:nvPicPr>
                <p:cNvPr id="17" name="Picture 16" descr="C:/Users/Wahaj Sajid/Desktop/T1c.pngT1c"/>
                <p:cNvPicPr>
                  <a:picLocks noChangeAspect="1"/>
                </p:cNvPicPr>
                <p:nvPr>
                  <p:custDataLst>
                    <p:tags r:id="rId6"/>
                  </p:custDataLst>
                </p:nvPr>
              </p:nvPicPr>
              <p:blipFill rotWithShape="1">
                <a:blip r:embed="rId5"/>
                <a:srcRect l="11376" r="11376"/>
                <a:stretch>
                  <a:fillRect/>
                </a:stretch>
              </p:blipFill>
              <p:spPr>
                <a:xfrm rot="21086742">
                  <a:off x="129343" y="541307"/>
                  <a:ext cx="816395" cy="900000"/>
                </a:xfrm>
                <a:prstGeom prst="rect">
                  <a:avLst/>
                </a:prstGeom>
                <a:scene3d>
                  <a:camera prst="isometricOffAxis2Top"/>
                  <a:lightRig rig="threePt" dir="t"/>
                </a:scene3d>
              </p:spPr>
            </p:pic>
          </p:grpSp>
          <p:pic>
            <p:nvPicPr>
              <p:cNvPr id="18" name="Picture 17" descr="C:/Users/Wahaj Sajid/Desktop/T1c.pngT1c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 rotWithShape="1">
              <a:blip r:embed="rId5"/>
              <a:srcRect l="10675" r="10675"/>
              <a:stretch>
                <a:fillRect/>
              </a:stretch>
            </p:blipFill>
            <p:spPr>
              <a:xfrm>
                <a:off x="1326523" y="3621235"/>
                <a:ext cx="890224" cy="963876"/>
              </a:xfrm>
              <a:prstGeom prst="rect">
                <a:avLst/>
              </a:prstGeom>
              <a:scene3d>
                <a:camera prst="isometricOffAxis2Right"/>
                <a:lightRig rig="threePt" dir="t"/>
              </a:scene3d>
            </p:spPr>
          </p:pic>
        </p:grpSp>
        <p:sp>
          <p:nvSpPr>
            <p:cNvPr id="7" name="Text Box 6"/>
            <p:cNvSpPr txBox="1"/>
            <p:nvPr>
              <p:custDataLst>
                <p:tags r:id="rId8"/>
              </p:custDataLst>
            </p:nvPr>
          </p:nvSpPr>
          <p:spPr>
            <a:xfrm>
              <a:off x="458154" y="613181"/>
              <a:ext cx="844578" cy="342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T1c</a:t>
              </a:r>
              <a:endPara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" name="Group 7"/>
            <p:cNvGrpSpPr/>
            <p:nvPr>
              <p:custDataLst>
                <p:tags r:id="rId9"/>
              </p:custDataLst>
            </p:nvPr>
          </p:nvGrpSpPr>
          <p:grpSpPr>
            <a:xfrm>
              <a:off x="1463613" y="676550"/>
              <a:ext cx="1238927" cy="1722178"/>
              <a:chOff x="835546" y="3183673"/>
              <a:chExt cx="1381201" cy="1501332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835546" y="3183673"/>
                <a:ext cx="1103626" cy="1501332"/>
                <a:chOff x="733" y="541307"/>
                <a:chExt cx="1103626" cy="1501332"/>
              </a:xfrm>
            </p:grpSpPr>
            <p:sp>
              <p:nvSpPr>
                <p:cNvPr id="10" name="Cube 9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733" y="856190"/>
                  <a:ext cx="1103626" cy="1147480"/>
                </a:xfrm>
                <a:prstGeom prst="cub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>
                      <a:ln>
                        <a:solidFill>
                          <a:sysClr val="windowText" lastClr="000000"/>
                        </a:solidFill>
                      </a:ln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 Volume</a:t>
                  </a:r>
                  <a:endParaRPr lang="en-US" sz="200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11" name="Picture 10" descr="C:/Users/Wahaj Sajid/Desktop/T1n.pngT1n"/>
                <p:cNvPicPr>
                  <a:picLocks noChangeAspect="1"/>
                </p:cNvPicPr>
                <p:nvPr>
                  <p:custDataLst>
                    <p:tags r:id="rId11"/>
                  </p:custDataLst>
                </p:nvPr>
              </p:nvPicPr>
              <p:blipFill rotWithShape="1">
                <a:blip r:embed="rId12"/>
                <a:srcRect l="7278" r="7278"/>
                <a:stretch>
                  <a:fillRect/>
                </a:stretch>
              </p:blipFill>
              <p:spPr>
                <a:xfrm>
                  <a:off x="9787" y="1126427"/>
                  <a:ext cx="782640" cy="916212"/>
                </a:xfrm>
                <a:prstGeom prst="rect">
                  <a:avLst/>
                </a:prstGeom>
              </p:spPr>
            </p:pic>
            <p:pic>
              <p:nvPicPr>
                <p:cNvPr id="12" name="Picture 11" descr="C:/Users/Wahaj Sajid/Desktop/T1n.pngT1n"/>
                <p:cNvPicPr>
                  <a:picLocks noChangeAspect="1"/>
                </p:cNvPicPr>
                <p:nvPr>
                  <p:custDataLst>
                    <p:tags r:id="rId13"/>
                  </p:custDataLst>
                </p:nvPr>
              </p:nvPicPr>
              <p:blipFill rotWithShape="1">
                <a:blip r:embed="rId12"/>
                <a:srcRect l="4634" r="4634"/>
                <a:stretch>
                  <a:fillRect/>
                </a:stretch>
              </p:blipFill>
              <p:spPr>
                <a:xfrm rot="21086742">
                  <a:off x="129343" y="541307"/>
                  <a:ext cx="816395" cy="900000"/>
                </a:xfrm>
                <a:prstGeom prst="rect">
                  <a:avLst/>
                </a:prstGeom>
                <a:scene3d>
                  <a:camera prst="isometricOffAxis2Top"/>
                  <a:lightRig rig="threePt" dir="t"/>
                </a:scene3d>
              </p:spPr>
            </p:pic>
          </p:grpSp>
          <p:pic>
            <p:nvPicPr>
              <p:cNvPr id="14" name="Picture 13" descr="C:/Users/Wahaj Sajid/Desktop/T1n.pngT1n"/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 rotWithShape="1">
              <a:blip r:embed="rId12"/>
              <a:srcRect l="3817" r="3817"/>
              <a:stretch>
                <a:fillRect/>
              </a:stretch>
            </p:blipFill>
            <p:spPr>
              <a:xfrm>
                <a:off x="1326523" y="3621235"/>
                <a:ext cx="890224" cy="963876"/>
              </a:xfrm>
              <a:prstGeom prst="rect">
                <a:avLst/>
              </a:prstGeom>
              <a:scene3d>
                <a:camera prst="isometricOffAxis2Right"/>
                <a:lightRig rig="threePt" dir="t"/>
              </a:scene3d>
            </p:spPr>
          </p:pic>
        </p:grpSp>
        <p:grpSp>
          <p:nvGrpSpPr>
            <p:cNvPr id="26" name="Group 25"/>
            <p:cNvGrpSpPr/>
            <p:nvPr>
              <p:custDataLst>
                <p:tags r:id="rId15"/>
              </p:custDataLst>
            </p:nvPr>
          </p:nvGrpSpPr>
          <p:grpSpPr>
            <a:xfrm>
              <a:off x="2604111" y="665120"/>
              <a:ext cx="1300524" cy="1733608"/>
              <a:chOff x="835546" y="3183673"/>
              <a:chExt cx="1381201" cy="150133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835546" y="3183673"/>
                <a:ext cx="1103626" cy="1501332"/>
                <a:chOff x="733" y="541307"/>
                <a:chExt cx="1103626" cy="1501332"/>
              </a:xfrm>
            </p:grpSpPr>
            <p:sp>
              <p:nvSpPr>
                <p:cNvPr id="28" name="Cube 27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733" y="856190"/>
                  <a:ext cx="1103626" cy="1147480"/>
                </a:xfrm>
                <a:prstGeom prst="cub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>
                      <a:ln>
                        <a:solidFill>
                          <a:sysClr val="windowText" lastClr="000000"/>
                        </a:solidFill>
                      </a:ln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 Volume</a:t>
                  </a:r>
                  <a:endParaRPr lang="en-US" sz="200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29" name="Picture 28" descr="C:/Users/Wahaj Sajid/Desktop/T2f.pngT2f"/>
                <p:cNvPicPr>
                  <a:picLocks noChangeAspect="1"/>
                </p:cNvPicPr>
                <p:nvPr>
                  <p:custDataLst>
                    <p:tags r:id="rId17"/>
                  </p:custDataLst>
                </p:nvPr>
              </p:nvPicPr>
              <p:blipFill rotWithShape="1">
                <a:blip r:embed="rId18"/>
                <a:srcRect l="6937" r="6937"/>
                <a:stretch>
                  <a:fillRect/>
                </a:stretch>
              </p:blipFill>
              <p:spPr>
                <a:xfrm>
                  <a:off x="9787" y="1126427"/>
                  <a:ext cx="782640" cy="916212"/>
                </a:xfrm>
                <a:prstGeom prst="rect">
                  <a:avLst/>
                </a:prstGeom>
              </p:spPr>
            </p:pic>
            <p:pic>
              <p:nvPicPr>
                <p:cNvPr id="30" name="Picture 29" descr="C:/Users/Wahaj Sajid/Desktop/T2f.pngT2f"/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 rotWithShape="1">
                <a:blip r:embed="rId18"/>
                <a:srcRect l="4253" r="4253"/>
                <a:stretch>
                  <a:fillRect/>
                </a:stretch>
              </p:blipFill>
              <p:spPr>
                <a:xfrm rot="21086742">
                  <a:off x="129343" y="541307"/>
                  <a:ext cx="816395" cy="900000"/>
                </a:xfrm>
                <a:prstGeom prst="rect">
                  <a:avLst/>
                </a:prstGeom>
                <a:scene3d>
                  <a:camera prst="isometricOffAxis2Top"/>
                  <a:lightRig rig="threePt" dir="t"/>
                </a:scene3d>
              </p:spPr>
            </p:pic>
          </p:grpSp>
          <p:pic>
            <p:nvPicPr>
              <p:cNvPr id="31" name="Picture 30" descr="C:/Users/Wahaj Sajid/Desktop/T2f.pngT2f"/>
              <p:cNvPicPr>
                <a:picLocks noChangeAspect="1"/>
              </p:cNvPicPr>
              <p:nvPr>
                <p:custDataLst>
                  <p:tags r:id="rId20"/>
                </p:custDataLst>
              </p:nvPr>
            </p:nvPicPr>
            <p:blipFill rotWithShape="1">
              <a:blip r:embed="rId18"/>
              <a:srcRect l="3428" r="3428"/>
              <a:stretch>
                <a:fillRect/>
              </a:stretch>
            </p:blipFill>
            <p:spPr>
              <a:xfrm>
                <a:off x="1326523" y="3621235"/>
                <a:ext cx="890224" cy="963876"/>
              </a:xfrm>
              <a:prstGeom prst="rect">
                <a:avLst/>
              </a:prstGeom>
              <a:scene3d>
                <a:camera prst="isometricOffAxis2Right"/>
                <a:lightRig rig="threePt" dir="t"/>
              </a:scene3d>
            </p:spPr>
          </p:pic>
        </p:grpSp>
        <p:sp>
          <p:nvSpPr>
            <p:cNvPr id="32" name="Text Box 31"/>
            <p:cNvSpPr txBox="1"/>
            <p:nvPr>
              <p:custDataLst>
                <p:tags r:id="rId21"/>
              </p:custDataLst>
            </p:nvPr>
          </p:nvSpPr>
          <p:spPr>
            <a:xfrm>
              <a:off x="1740260" y="613181"/>
              <a:ext cx="844578" cy="342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T1n</a:t>
              </a:r>
              <a:endPara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Box 32"/>
            <p:cNvSpPr txBox="1"/>
            <p:nvPr>
              <p:custDataLst>
                <p:tags r:id="rId22"/>
              </p:custDataLst>
            </p:nvPr>
          </p:nvSpPr>
          <p:spPr>
            <a:xfrm>
              <a:off x="2929021" y="613181"/>
              <a:ext cx="844578" cy="342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T2f</a:t>
              </a:r>
              <a:endPara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4" name="Group 33"/>
            <p:cNvGrpSpPr/>
            <p:nvPr>
              <p:custDataLst>
                <p:tags r:id="rId23"/>
              </p:custDataLst>
            </p:nvPr>
          </p:nvGrpSpPr>
          <p:grpSpPr>
            <a:xfrm>
              <a:off x="3895744" y="634638"/>
              <a:ext cx="1330370" cy="1763454"/>
              <a:chOff x="835546" y="3183673"/>
              <a:chExt cx="1381201" cy="1501332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835546" y="3183673"/>
                <a:ext cx="1103626" cy="1501332"/>
                <a:chOff x="733" y="541307"/>
                <a:chExt cx="1103626" cy="1501332"/>
              </a:xfrm>
            </p:grpSpPr>
            <p:sp>
              <p:nvSpPr>
                <p:cNvPr id="36" name="Cube 35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733" y="856190"/>
                  <a:ext cx="1103626" cy="1147480"/>
                </a:xfrm>
                <a:prstGeom prst="cub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>
                      <a:ln>
                        <a:solidFill>
                          <a:sysClr val="windowText" lastClr="000000"/>
                        </a:solidFill>
                      </a:ln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 Volume</a:t>
                  </a:r>
                  <a:endParaRPr lang="en-US" sz="200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37" name="Picture 36" descr="C:/Users/Wahaj Sajid/Desktop/T2f.pngT2f"/>
                <p:cNvPicPr>
                  <a:picLocks noChangeAspect="1"/>
                </p:cNvPicPr>
                <p:nvPr>
                  <p:custDataLst>
                    <p:tags r:id="rId25"/>
                  </p:custDataLst>
                </p:nvPr>
              </p:nvPicPr>
              <p:blipFill rotWithShape="1">
                <a:blip r:embed="rId18"/>
                <a:srcRect l="6937" r="6937"/>
                <a:stretch>
                  <a:fillRect/>
                </a:stretch>
              </p:blipFill>
              <p:spPr>
                <a:xfrm>
                  <a:off x="9787" y="1126427"/>
                  <a:ext cx="782640" cy="916212"/>
                </a:xfrm>
                <a:prstGeom prst="rect">
                  <a:avLst/>
                </a:prstGeom>
              </p:spPr>
            </p:pic>
            <p:pic>
              <p:nvPicPr>
                <p:cNvPr id="38" name="Picture 37" descr="C:/Users/Wahaj Sajid/Desktop/T2f.pngT2f"/>
                <p:cNvPicPr>
                  <a:picLocks noChangeAspect="1"/>
                </p:cNvPicPr>
                <p:nvPr>
                  <p:custDataLst>
                    <p:tags r:id="rId26"/>
                  </p:custDataLst>
                </p:nvPr>
              </p:nvPicPr>
              <p:blipFill rotWithShape="1">
                <a:blip r:embed="rId18"/>
                <a:srcRect l="4253" r="4253"/>
                <a:stretch>
                  <a:fillRect/>
                </a:stretch>
              </p:blipFill>
              <p:spPr>
                <a:xfrm rot="21086742">
                  <a:off x="129343" y="541307"/>
                  <a:ext cx="816395" cy="900000"/>
                </a:xfrm>
                <a:prstGeom prst="rect">
                  <a:avLst/>
                </a:prstGeom>
                <a:scene3d>
                  <a:camera prst="isometricOffAxis2Top"/>
                  <a:lightRig rig="threePt" dir="t"/>
                </a:scene3d>
              </p:spPr>
            </p:pic>
          </p:grpSp>
          <p:pic>
            <p:nvPicPr>
              <p:cNvPr id="39" name="Picture 38" descr="C:/Users/Wahaj Sajid/Desktop/T2f.pngT2f"/>
              <p:cNvPicPr>
                <a:picLocks noChangeAspect="1"/>
              </p:cNvPicPr>
              <p:nvPr>
                <p:custDataLst>
                  <p:tags r:id="rId27"/>
                </p:custDataLst>
              </p:nvPr>
            </p:nvPicPr>
            <p:blipFill rotWithShape="1">
              <a:blip r:embed="rId18"/>
              <a:srcRect l="3428" r="3428"/>
              <a:stretch>
                <a:fillRect/>
              </a:stretch>
            </p:blipFill>
            <p:spPr>
              <a:xfrm>
                <a:off x="1326523" y="3621235"/>
                <a:ext cx="890224" cy="963876"/>
              </a:xfrm>
              <a:prstGeom prst="rect">
                <a:avLst/>
              </a:prstGeom>
              <a:scene3d>
                <a:camera prst="isometricOffAxis2Right"/>
                <a:lightRig rig="threePt" dir="t"/>
              </a:scene3d>
            </p:spPr>
          </p:pic>
        </p:grpSp>
        <p:sp>
          <p:nvSpPr>
            <p:cNvPr id="40" name="Text Box 39"/>
            <p:cNvSpPr txBox="1"/>
            <p:nvPr>
              <p:custDataLst>
                <p:tags r:id="rId28"/>
              </p:custDataLst>
            </p:nvPr>
          </p:nvSpPr>
          <p:spPr>
            <a:xfrm>
              <a:off x="4233354" y="613181"/>
              <a:ext cx="844578" cy="342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T2w</a:t>
              </a:r>
              <a:endPara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s 40"/>
            <p:cNvSpPr/>
            <p:nvPr/>
          </p:nvSpPr>
          <p:spPr>
            <a:xfrm>
              <a:off x="134755" y="2789394"/>
              <a:ext cx="4938431" cy="91817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GB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>
              <a:off x="2601572" y="2478106"/>
              <a:ext cx="2540" cy="3162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3" name="Text Box 42"/>
            <p:cNvSpPr txBox="1"/>
            <p:nvPr/>
          </p:nvSpPr>
          <p:spPr>
            <a:xfrm>
              <a:off x="181431" y="2870716"/>
              <a:ext cx="4896376" cy="4850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en-GB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Un-Supervised Tumor-Centered Patch Extraction </a:t>
              </a:r>
              <a:endPara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 Box 43"/>
            <p:cNvSpPr txBox="1"/>
            <p:nvPr/>
          </p:nvSpPr>
          <p:spPr>
            <a:xfrm>
              <a:off x="934720" y="3253211"/>
              <a:ext cx="3593602" cy="342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Preserve complete tumor context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>
              <a:off x="2585061" y="6674289"/>
              <a:ext cx="1905" cy="4349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6" name="Rectangles 45"/>
            <p:cNvSpPr/>
            <p:nvPr/>
          </p:nvSpPr>
          <p:spPr>
            <a:xfrm>
              <a:off x="134473" y="4058285"/>
              <a:ext cx="5044440" cy="256159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GB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47"/>
            <p:cNvSpPr txBox="1"/>
            <p:nvPr/>
          </p:nvSpPr>
          <p:spPr>
            <a:xfrm>
              <a:off x="334557" y="4110043"/>
              <a:ext cx="4758850" cy="342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Tumor-Centered 3D Volumes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s 18"/>
            <p:cNvSpPr/>
            <p:nvPr/>
          </p:nvSpPr>
          <p:spPr>
            <a:xfrm>
              <a:off x="222145" y="7175969"/>
              <a:ext cx="5044609" cy="53278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GB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Tumor-Centered 3D Volumes (All Modalities)</a:t>
              </a:r>
              <a:endParaRPr lang="en-US" altLang="en-GB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1367128" y="7294169"/>
              <a:ext cx="3726310" cy="342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 Patch (128 x 128 x 128 x 4)</a:t>
              </a:r>
              <a:endPara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6" name="Straight Arrow Connector 85"/>
            <p:cNvCxnSpPr/>
            <p:nvPr/>
          </p:nvCxnSpPr>
          <p:spPr>
            <a:xfrm>
              <a:off x="2582521" y="3733533"/>
              <a:ext cx="2540" cy="31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84" name="Group 183"/>
            <p:cNvGrpSpPr/>
            <p:nvPr/>
          </p:nvGrpSpPr>
          <p:grpSpPr>
            <a:xfrm>
              <a:off x="368935" y="5142231"/>
              <a:ext cx="998220" cy="1318895"/>
              <a:chOff x="733" y="541307"/>
              <a:chExt cx="1103626" cy="1501332"/>
            </a:xfrm>
          </p:grpSpPr>
          <p:sp>
            <p:nvSpPr>
              <p:cNvPr id="185" name="Cube 184"/>
              <p:cNvSpPr/>
              <p:nvPr>
                <p:custDataLst>
                  <p:tags r:id="rId29"/>
                </p:custDataLst>
              </p:nvPr>
            </p:nvSpPr>
            <p:spPr>
              <a:xfrm>
                <a:off x="733" y="856190"/>
                <a:ext cx="1103626" cy="1147480"/>
              </a:xfrm>
              <a:prstGeom prst="cub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Volume</a:t>
                </a:r>
                <a:endParaRPr lang="en-US" sz="200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86" name="Picture 185" descr="C:/Users/Wahaj Sajid/Pictures/Screenshots/T1c.pngT1c"/>
              <p:cNvPicPr>
                <a:picLocks noChangeAspect="1"/>
              </p:cNvPicPr>
              <p:nvPr>
                <p:custDataLst>
                  <p:tags r:id="rId30"/>
                </p:custDataLst>
              </p:nvPr>
            </p:nvPicPr>
            <p:blipFill rotWithShape="1">
              <a:blip r:embed="rId31"/>
              <a:srcRect l="15584" r="15584"/>
              <a:stretch>
                <a:fillRect/>
              </a:stretch>
            </p:blipFill>
            <p:spPr>
              <a:xfrm>
                <a:off x="9787" y="1126427"/>
                <a:ext cx="782640" cy="916212"/>
              </a:xfrm>
              <a:prstGeom prst="rect">
                <a:avLst/>
              </a:prstGeom>
            </p:spPr>
          </p:pic>
          <p:pic>
            <p:nvPicPr>
              <p:cNvPr id="187" name="Picture 186" descr="C:/Users/Wahaj Sajid/Pictures/Screenshots/T1c.pngT1c"/>
              <p:cNvPicPr>
                <a:picLocks noChangeAspect="1"/>
              </p:cNvPicPr>
              <p:nvPr>
                <p:custDataLst>
                  <p:tags r:id="rId32"/>
                </p:custDataLst>
              </p:nvPr>
            </p:nvPicPr>
            <p:blipFill rotWithShape="1">
              <a:blip r:embed="rId31"/>
              <a:srcRect l="13466" r="13466"/>
              <a:stretch>
                <a:fillRect/>
              </a:stretch>
            </p:blipFill>
            <p:spPr>
              <a:xfrm rot="21086742">
                <a:off x="129343" y="541307"/>
                <a:ext cx="816395" cy="900000"/>
              </a:xfrm>
              <a:prstGeom prst="rect">
                <a:avLst/>
              </a:prstGeom>
              <a:scene3d>
                <a:camera prst="isometricOffAxis2Top"/>
                <a:lightRig rig="threePt" dir="t"/>
              </a:scene3d>
            </p:spPr>
          </p:pic>
        </p:grpSp>
        <p:pic>
          <p:nvPicPr>
            <p:cNvPr id="188" name="Picture 187" descr="C:/Users/Wahaj Sajid/Pictures/Screenshots/T1c.pngT1c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 rotWithShape="1">
            <a:blip r:embed="rId31"/>
            <a:srcRect l="12796" r="12796"/>
            <a:stretch>
              <a:fillRect/>
            </a:stretch>
          </p:blipFill>
          <p:spPr>
            <a:xfrm>
              <a:off x="812801" y="5526406"/>
              <a:ext cx="805180" cy="846455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sp>
          <p:nvSpPr>
            <p:cNvPr id="189" name="Text Box 188"/>
            <p:cNvSpPr txBox="1"/>
            <p:nvPr>
              <p:custDataLst>
                <p:tags r:id="rId34"/>
              </p:custDataLst>
            </p:nvPr>
          </p:nvSpPr>
          <p:spPr>
            <a:xfrm>
              <a:off x="627064" y="4949596"/>
              <a:ext cx="844578" cy="342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T1c</a:t>
              </a:r>
              <a:endPara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0" name="Group 189"/>
            <p:cNvGrpSpPr/>
            <p:nvPr>
              <p:custDataLst>
                <p:tags r:id="rId35"/>
              </p:custDataLst>
            </p:nvPr>
          </p:nvGrpSpPr>
          <p:grpSpPr>
            <a:xfrm>
              <a:off x="1604011" y="5131435"/>
              <a:ext cx="1188720" cy="1341120"/>
              <a:chOff x="835546" y="3183673"/>
              <a:chExt cx="1381201" cy="1501332"/>
            </a:xfrm>
          </p:grpSpPr>
          <p:grpSp>
            <p:nvGrpSpPr>
              <p:cNvPr id="191" name="Group 190"/>
              <p:cNvGrpSpPr/>
              <p:nvPr/>
            </p:nvGrpSpPr>
            <p:grpSpPr>
              <a:xfrm>
                <a:off x="835546" y="3183673"/>
                <a:ext cx="1103626" cy="1501332"/>
                <a:chOff x="733" y="541307"/>
                <a:chExt cx="1103626" cy="1501332"/>
              </a:xfrm>
            </p:grpSpPr>
            <p:sp>
              <p:nvSpPr>
                <p:cNvPr id="192" name="Cube 191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733" y="856190"/>
                  <a:ext cx="1103626" cy="1147480"/>
                </a:xfrm>
                <a:prstGeom prst="cub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>
                      <a:ln>
                        <a:solidFill>
                          <a:sysClr val="windowText" lastClr="000000"/>
                        </a:solidFill>
                      </a:ln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 Volume</a:t>
                  </a:r>
                  <a:endParaRPr lang="en-US" sz="200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193" name="Picture 192" descr="C:/Users/Wahaj Sajid/Pictures/Screenshots/T1n.pngT1n"/>
                <p:cNvPicPr>
                  <a:picLocks noChangeAspect="1"/>
                </p:cNvPicPr>
                <p:nvPr>
                  <p:custDataLst>
                    <p:tags r:id="rId37"/>
                  </p:custDataLst>
                </p:nvPr>
              </p:nvPicPr>
              <p:blipFill rotWithShape="1">
                <a:blip r:embed="rId38"/>
                <a:srcRect l="9151" r="9151"/>
                <a:stretch>
                  <a:fillRect/>
                </a:stretch>
              </p:blipFill>
              <p:spPr>
                <a:xfrm>
                  <a:off x="9787" y="1126427"/>
                  <a:ext cx="782640" cy="916212"/>
                </a:xfrm>
                <a:prstGeom prst="rect">
                  <a:avLst/>
                </a:prstGeom>
              </p:spPr>
            </p:pic>
            <p:pic>
              <p:nvPicPr>
                <p:cNvPr id="194" name="Picture 193" descr="C:/Users/Wahaj Sajid/Pictures/Screenshots/T1n.pngT1n"/>
                <p:cNvPicPr>
                  <a:picLocks noChangeAspect="1"/>
                </p:cNvPicPr>
                <p:nvPr>
                  <p:custDataLst>
                    <p:tags r:id="rId39"/>
                  </p:custDataLst>
                </p:nvPr>
              </p:nvPicPr>
              <p:blipFill rotWithShape="1">
                <a:blip r:embed="rId38"/>
                <a:srcRect l="6638" r="6638"/>
                <a:stretch>
                  <a:fillRect/>
                </a:stretch>
              </p:blipFill>
              <p:spPr>
                <a:xfrm rot="21086742">
                  <a:off x="129343" y="541307"/>
                  <a:ext cx="816395" cy="900000"/>
                </a:xfrm>
                <a:prstGeom prst="rect">
                  <a:avLst/>
                </a:prstGeom>
                <a:scene3d>
                  <a:camera prst="isometricOffAxis2Top"/>
                  <a:lightRig rig="threePt" dir="t"/>
                </a:scene3d>
              </p:spPr>
            </p:pic>
          </p:grpSp>
          <p:pic>
            <p:nvPicPr>
              <p:cNvPr id="195" name="Picture 194" descr="C:/Users/Wahaj Sajid/Pictures/Screenshots/T1n.pngT1n"/>
              <p:cNvPicPr>
                <a:picLocks noChangeAspect="1"/>
              </p:cNvPicPr>
              <p:nvPr>
                <p:custDataLst>
                  <p:tags r:id="rId40"/>
                </p:custDataLst>
              </p:nvPr>
            </p:nvPicPr>
            <p:blipFill rotWithShape="1">
              <a:blip r:embed="rId38"/>
              <a:srcRect l="5861" r="5861"/>
              <a:stretch>
                <a:fillRect/>
              </a:stretch>
            </p:blipFill>
            <p:spPr>
              <a:xfrm>
                <a:off x="1326523" y="3621235"/>
                <a:ext cx="890224" cy="963876"/>
              </a:xfrm>
              <a:prstGeom prst="rect">
                <a:avLst/>
              </a:prstGeom>
              <a:scene3d>
                <a:camera prst="isometricOffAxis2Right"/>
                <a:lightRig rig="threePt" dir="t"/>
              </a:scene3d>
            </p:spPr>
          </p:pic>
        </p:grpSp>
        <p:grpSp>
          <p:nvGrpSpPr>
            <p:cNvPr id="196" name="Group 195"/>
            <p:cNvGrpSpPr/>
            <p:nvPr>
              <p:custDataLst>
                <p:tags r:id="rId41"/>
              </p:custDataLst>
            </p:nvPr>
          </p:nvGrpSpPr>
          <p:grpSpPr>
            <a:xfrm>
              <a:off x="2842895" y="5134611"/>
              <a:ext cx="1198880" cy="1337945"/>
              <a:chOff x="835546" y="3183673"/>
              <a:chExt cx="1381201" cy="1501332"/>
            </a:xfrm>
          </p:grpSpPr>
          <p:grpSp>
            <p:nvGrpSpPr>
              <p:cNvPr id="197" name="Group 196"/>
              <p:cNvGrpSpPr/>
              <p:nvPr/>
            </p:nvGrpSpPr>
            <p:grpSpPr>
              <a:xfrm>
                <a:off x="835546" y="3183673"/>
                <a:ext cx="1103626" cy="1501332"/>
                <a:chOff x="733" y="541307"/>
                <a:chExt cx="1103626" cy="1501332"/>
              </a:xfrm>
            </p:grpSpPr>
            <p:sp>
              <p:nvSpPr>
                <p:cNvPr id="198" name="Cube 197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733" y="856190"/>
                  <a:ext cx="1103626" cy="1147480"/>
                </a:xfrm>
                <a:prstGeom prst="cub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>
                      <a:ln>
                        <a:solidFill>
                          <a:sysClr val="windowText" lastClr="000000"/>
                        </a:solidFill>
                      </a:ln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 Volume</a:t>
                  </a:r>
                  <a:endParaRPr lang="en-US" sz="200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199" name="Picture 198" descr="C:/Users/Wahaj Sajid/Pictures/Screenshots/T2f.pngT2f"/>
                <p:cNvPicPr>
                  <a:picLocks noChangeAspect="1"/>
                </p:cNvPicPr>
                <p:nvPr>
                  <p:custDataLst>
                    <p:tags r:id="rId43"/>
                  </p:custDataLst>
                </p:nvPr>
              </p:nvPicPr>
              <p:blipFill rotWithShape="1">
                <a:blip r:embed="rId44"/>
                <a:srcRect l="8432" r="8432"/>
                <a:stretch>
                  <a:fillRect/>
                </a:stretch>
              </p:blipFill>
              <p:spPr>
                <a:xfrm>
                  <a:off x="9787" y="1126427"/>
                  <a:ext cx="782640" cy="916212"/>
                </a:xfrm>
                <a:prstGeom prst="rect">
                  <a:avLst/>
                </a:prstGeom>
              </p:spPr>
            </p:pic>
            <p:pic>
              <p:nvPicPr>
                <p:cNvPr id="200" name="Picture 199" descr="C:/Users/Wahaj Sajid/Pictures/Screenshots/T2f.pngT2f"/>
                <p:cNvPicPr>
                  <a:picLocks noChangeAspect="1"/>
                </p:cNvPicPr>
                <p:nvPr>
                  <p:custDataLst>
                    <p:tags r:id="rId45"/>
                  </p:custDataLst>
                </p:nvPr>
              </p:nvPicPr>
              <p:blipFill rotWithShape="1">
                <a:blip r:embed="rId44"/>
                <a:srcRect l="5862" r="5862"/>
                <a:stretch>
                  <a:fillRect/>
                </a:stretch>
              </p:blipFill>
              <p:spPr>
                <a:xfrm rot="21086742">
                  <a:off x="129343" y="541307"/>
                  <a:ext cx="816395" cy="900000"/>
                </a:xfrm>
                <a:prstGeom prst="rect">
                  <a:avLst/>
                </a:prstGeom>
                <a:scene3d>
                  <a:camera prst="isometricOffAxis2Top"/>
                  <a:lightRig rig="threePt" dir="t"/>
                </a:scene3d>
              </p:spPr>
            </p:pic>
          </p:grpSp>
          <p:pic>
            <p:nvPicPr>
              <p:cNvPr id="201" name="Picture 200" descr="C:/Users/Wahaj Sajid/Pictures/Screenshots/T2f.pngT2f"/>
              <p:cNvPicPr>
                <a:picLocks noChangeAspect="1"/>
              </p:cNvPicPr>
              <p:nvPr>
                <p:custDataLst>
                  <p:tags r:id="rId46"/>
                </p:custDataLst>
              </p:nvPr>
            </p:nvPicPr>
            <p:blipFill rotWithShape="1">
              <a:blip r:embed="rId44"/>
              <a:srcRect l="5054" r="5054"/>
              <a:stretch>
                <a:fillRect/>
              </a:stretch>
            </p:blipFill>
            <p:spPr>
              <a:xfrm>
                <a:off x="1326523" y="3621235"/>
                <a:ext cx="890224" cy="963876"/>
              </a:xfrm>
              <a:prstGeom prst="rect">
                <a:avLst/>
              </a:prstGeom>
              <a:scene3d>
                <a:camera prst="isometricOffAxis2Right"/>
                <a:lightRig rig="threePt" dir="t"/>
              </a:scene3d>
            </p:spPr>
          </p:pic>
        </p:grpSp>
        <p:sp>
          <p:nvSpPr>
            <p:cNvPr id="202" name="Text Box 201"/>
            <p:cNvSpPr txBox="1"/>
            <p:nvPr>
              <p:custDataLst>
                <p:tags r:id="rId47"/>
              </p:custDataLst>
            </p:nvPr>
          </p:nvSpPr>
          <p:spPr>
            <a:xfrm>
              <a:off x="1903456" y="4949596"/>
              <a:ext cx="844578" cy="342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T1n</a:t>
              </a:r>
              <a:endPara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3" name="Text Box 202"/>
            <p:cNvSpPr txBox="1"/>
            <p:nvPr>
              <p:custDataLst>
                <p:tags r:id="rId48"/>
              </p:custDataLst>
            </p:nvPr>
          </p:nvSpPr>
          <p:spPr>
            <a:xfrm>
              <a:off x="3100472" y="4949596"/>
              <a:ext cx="844578" cy="342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T2f</a:t>
              </a:r>
              <a:endPara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04" name="Group 203"/>
            <p:cNvGrpSpPr/>
            <p:nvPr>
              <p:custDataLst>
                <p:tags r:id="rId49"/>
              </p:custDataLst>
            </p:nvPr>
          </p:nvGrpSpPr>
          <p:grpSpPr>
            <a:xfrm>
              <a:off x="4081146" y="5123815"/>
              <a:ext cx="1182370" cy="1337310"/>
              <a:chOff x="835546" y="3183673"/>
              <a:chExt cx="1381201" cy="1501332"/>
            </a:xfrm>
          </p:grpSpPr>
          <p:grpSp>
            <p:nvGrpSpPr>
              <p:cNvPr id="205" name="Group 204"/>
              <p:cNvGrpSpPr/>
              <p:nvPr/>
            </p:nvGrpSpPr>
            <p:grpSpPr>
              <a:xfrm>
                <a:off x="835546" y="3183673"/>
                <a:ext cx="1103626" cy="1501332"/>
                <a:chOff x="733" y="541307"/>
                <a:chExt cx="1103626" cy="1501332"/>
              </a:xfrm>
            </p:grpSpPr>
            <p:sp>
              <p:nvSpPr>
                <p:cNvPr id="206" name="Cube 205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733" y="856190"/>
                  <a:ext cx="1103626" cy="1147480"/>
                </a:xfrm>
                <a:prstGeom prst="cub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>
                      <a:ln>
                        <a:solidFill>
                          <a:sysClr val="windowText" lastClr="000000"/>
                        </a:solidFill>
                      </a:ln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 Volume</a:t>
                  </a:r>
                  <a:endParaRPr lang="en-US" sz="200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207" name="Picture 206" descr="C:/Users/Wahaj Sajid/Pictures/Screenshots/T2w.pngT2w"/>
                <p:cNvPicPr>
                  <a:picLocks noChangeAspect="1"/>
                </p:cNvPicPr>
                <p:nvPr>
                  <p:custDataLst>
                    <p:tags r:id="rId51"/>
                  </p:custDataLst>
                </p:nvPr>
              </p:nvPicPr>
              <p:blipFill rotWithShape="1">
                <a:blip r:embed="rId52"/>
                <a:srcRect l="8956" r="8956"/>
                <a:stretch>
                  <a:fillRect/>
                </a:stretch>
              </p:blipFill>
              <p:spPr>
                <a:xfrm>
                  <a:off x="9787" y="1126427"/>
                  <a:ext cx="782640" cy="916212"/>
                </a:xfrm>
                <a:prstGeom prst="rect">
                  <a:avLst/>
                </a:prstGeom>
              </p:spPr>
            </p:pic>
            <p:pic>
              <p:nvPicPr>
                <p:cNvPr id="208" name="Picture 207" descr="C:/Users/Wahaj Sajid/Pictures/Screenshots/T2w.pngT2w"/>
                <p:cNvPicPr>
                  <a:picLocks noChangeAspect="1"/>
                </p:cNvPicPr>
                <p:nvPr>
                  <p:custDataLst>
                    <p:tags r:id="rId53"/>
                  </p:custDataLst>
                </p:nvPr>
              </p:nvPicPr>
              <p:blipFill rotWithShape="1">
                <a:blip r:embed="rId52"/>
                <a:srcRect l="6435" r="6435"/>
                <a:stretch>
                  <a:fillRect/>
                </a:stretch>
              </p:blipFill>
              <p:spPr>
                <a:xfrm rot="21086742">
                  <a:off x="129343" y="541307"/>
                  <a:ext cx="816395" cy="900000"/>
                </a:xfrm>
                <a:prstGeom prst="rect">
                  <a:avLst/>
                </a:prstGeom>
                <a:scene3d>
                  <a:camera prst="isometricOffAxis2Top"/>
                  <a:lightRig rig="threePt" dir="t"/>
                </a:scene3d>
              </p:spPr>
            </p:pic>
          </p:grpSp>
          <p:pic>
            <p:nvPicPr>
              <p:cNvPr id="209" name="Picture 208" descr="C:/Users/Wahaj Sajid/Pictures/Screenshots/T2w.pngT2w"/>
              <p:cNvPicPr>
                <a:picLocks noChangeAspect="1"/>
              </p:cNvPicPr>
              <p:nvPr>
                <p:custDataLst>
                  <p:tags r:id="rId54"/>
                </p:custDataLst>
              </p:nvPr>
            </p:nvPicPr>
            <p:blipFill rotWithShape="1">
              <a:blip r:embed="rId52"/>
              <a:srcRect l="5624" r="5624"/>
              <a:stretch>
                <a:fillRect/>
              </a:stretch>
            </p:blipFill>
            <p:spPr>
              <a:xfrm>
                <a:off x="1326523" y="3621235"/>
                <a:ext cx="890224" cy="963876"/>
              </a:xfrm>
              <a:prstGeom prst="rect">
                <a:avLst/>
              </a:prstGeom>
              <a:scene3d>
                <a:camera prst="isometricOffAxis2Right"/>
                <a:lightRig rig="threePt" dir="t"/>
              </a:scene3d>
            </p:spPr>
          </p:pic>
        </p:grpSp>
        <p:sp>
          <p:nvSpPr>
            <p:cNvPr id="210" name="Text Box 209"/>
            <p:cNvSpPr txBox="1"/>
            <p:nvPr>
              <p:custDataLst>
                <p:tags r:id="rId55"/>
              </p:custDataLst>
            </p:nvPr>
          </p:nvSpPr>
          <p:spPr>
            <a:xfrm>
              <a:off x="4334954" y="4949596"/>
              <a:ext cx="844578" cy="342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GB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T2w</a:t>
              </a:r>
              <a:endPara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3" name="Text Box 62"/>
          <p:cNvSpPr txBox="1"/>
          <p:nvPr/>
        </p:nvSpPr>
        <p:spPr>
          <a:xfrm>
            <a:off x="14680565" y="3814445"/>
            <a:ext cx="677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endParaRPr lang="en-US" altLang="en-GB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 Box 84"/>
          <p:cNvSpPr txBox="1"/>
          <p:nvPr/>
        </p:nvSpPr>
        <p:spPr>
          <a:xfrm>
            <a:off x="14685010" y="4600575"/>
            <a:ext cx="693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E3</a:t>
            </a:r>
            <a:endParaRPr lang="en-US" altLang="en-GB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 Box 86"/>
          <p:cNvSpPr txBox="1"/>
          <p:nvPr/>
        </p:nvSpPr>
        <p:spPr>
          <a:xfrm>
            <a:off x="14669770" y="5413375"/>
            <a:ext cx="621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E4</a:t>
            </a:r>
            <a:endParaRPr lang="en-US" altLang="en-GB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11576354" y="3120380"/>
            <a:ext cx="422275" cy="825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11622074" y="4500235"/>
            <a:ext cx="422275" cy="825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>
            <a:off x="11591594" y="5808335"/>
            <a:ext cx="422275" cy="825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3" name="Rectangles 122"/>
          <p:cNvSpPr/>
          <p:nvPr/>
        </p:nvSpPr>
        <p:spPr>
          <a:xfrm>
            <a:off x="8033425" y="2735086"/>
            <a:ext cx="3211194" cy="925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Text Box 128"/>
          <p:cNvSpPr txBox="1"/>
          <p:nvPr/>
        </p:nvSpPr>
        <p:spPr>
          <a:xfrm>
            <a:off x="8033425" y="2735085"/>
            <a:ext cx="3140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Conv3D + IN + GELU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 Box 129"/>
          <p:cNvSpPr txBox="1"/>
          <p:nvPr/>
        </p:nvSpPr>
        <p:spPr>
          <a:xfrm>
            <a:off x="9258340" y="3189109"/>
            <a:ext cx="6902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(32)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Rectangles 131"/>
          <p:cNvSpPr/>
          <p:nvPr/>
        </p:nvSpPr>
        <p:spPr>
          <a:xfrm>
            <a:off x="8033425" y="4038741"/>
            <a:ext cx="3211194" cy="925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 Box 132"/>
          <p:cNvSpPr txBox="1"/>
          <p:nvPr/>
        </p:nvSpPr>
        <p:spPr>
          <a:xfrm>
            <a:off x="8104545" y="4043820"/>
            <a:ext cx="3140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Conv3D + IN + GELU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 Box 133"/>
          <p:cNvSpPr txBox="1"/>
          <p:nvPr/>
        </p:nvSpPr>
        <p:spPr>
          <a:xfrm>
            <a:off x="9293900" y="4473079"/>
            <a:ext cx="6902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(64</a:t>
            </a: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Rectangles 151"/>
          <p:cNvSpPr/>
          <p:nvPr/>
        </p:nvSpPr>
        <p:spPr>
          <a:xfrm>
            <a:off x="8033425" y="5307471"/>
            <a:ext cx="3211194" cy="925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Text Box 152"/>
          <p:cNvSpPr txBox="1"/>
          <p:nvPr/>
        </p:nvSpPr>
        <p:spPr>
          <a:xfrm>
            <a:off x="8033425" y="5318265"/>
            <a:ext cx="3140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Conv3D + IN + GELU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Text Box 165"/>
          <p:cNvSpPr txBox="1"/>
          <p:nvPr/>
        </p:nvSpPr>
        <p:spPr>
          <a:xfrm>
            <a:off x="9215120" y="5778500"/>
            <a:ext cx="7689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(128)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9" name="Straight Connector 178"/>
          <p:cNvCxnSpPr/>
          <p:nvPr/>
        </p:nvCxnSpPr>
        <p:spPr>
          <a:xfrm flipH="1">
            <a:off x="7442273" y="10323599"/>
            <a:ext cx="2172970" cy="19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7" name="Straight Arrow Connector 216"/>
          <p:cNvCxnSpPr/>
          <p:nvPr/>
        </p:nvCxnSpPr>
        <p:spPr>
          <a:xfrm>
            <a:off x="11734606" y="9467033"/>
            <a:ext cx="2082165" cy="698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8" name="Rectangles 217"/>
          <p:cNvSpPr/>
          <p:nvPr/>
        </p:nvSpPr>
        <p:spPr>
          <a:xfrm>
            <a:off x="13870236" y="8837263"/>
            <a:ext cx="1474470" cy="10617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Text Box 218"/>
          <p:cNvSpPr txBox="1"/>
          <p:nvPr/>
        </p:nvSpPr>
        <p:spPr>
          <a:xfrm>
            <a:off x="13851061" y="8955860"/>
            <a:ext cx="14801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Gate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0" name="Straight Arrow Connector 219"/>
          <p:cNvCxnSpPr/>
          <p:nvPr/>
        </p:nvCxnSpPr>
        <p:spPr>
          <a:xfrm flipV="1">
            <a:off x="15398359" y="9349487"/>
            <a:ext cx="1970405" cy="88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1" name="Straight Arrow Connector 220"/>
          <p:cNvCxnSpPr/>
          <p:nvPr/>
        </p:nvCxnSpPr>
        <p:spPr>
          <a:xfrm>
            <a:off x="11740956" y="11289483"/>
            <a:ext cx="2082165" cy="698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2" name="Rectangles 221"/>
          <p:cNvSpPr/>
          <p:nvPr/>
        </p:nvSpPr>
        <p:spPr>
          <a:xfrm>
            <a:off x="13876586" y="10659713"/>
            <a:ext cx="1474470" cy="10617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Text Box 222"/>
          <p:cNvSpPr txBox="1"/>
          <p:nvPr/>
        </p:nvSpPr>
        <p:spPr>
          <a:xfrm>
            <a:off x="13857411" y="10778310"/>
            <a:ext cx="14801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Gate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4" name="Straight Arrow Connector 223"/>
          <p:cNvCxnSpPr/>
          <p:nvPr/>
        </p:nvCxnSpPr>
        <p:spPr>
          <a:xfrm flipV="1">
            <a:off x="15404709" y="11171937"/>
            <a:ext cx="1970405" cy="88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5" name="Straight Arrow Connector 224"/>
          <p:cNvCxnSpPr/>
          <p:nvPr/>
        </p:nvCxnSpPr>
        <p:spPr>
          <a:xfrm>
            <a:off x="11747306" y="13200833"/>
            <a:ext cx="2082165" cy="698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6" name="Rectangles 225"/>
          <p:cNvSpPr/>
          <p:nvPr/>
        </p:nvSpPr>
        <p:spPr>
          <a:xfrm>
            <a:off x="13882936" y="12571063"/>
            <a:ext cx="1474470" cy="10617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Text Box 226"/>
          <p:cNvSpPr txBox="1"/>
          <p:nvPr/>
        </p:nvSpPr>
        <p:spPr>
          <a:xfrm>
            <a:off x="13863761" y="12689660"/>
            <a:ext cx="14801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Gate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8" name="Straight Arrow Connector 227"/>
          <p:cNvCxnSpPr/>
          <p:nvPr/>
        </p:nvCxnSpPr>
        <p:spPr>
          <a:xfrm flipV="1">
            <a:off x="15411059" y="13083287"/>
            <a:ext cx="1970405" cy="88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5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6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7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8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9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0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1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2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3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4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5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6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7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8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9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0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1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2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3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4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5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6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7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8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9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0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1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2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3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4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5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6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7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8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9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0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1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2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3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4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5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6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7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1215</Words>
  <Application>WPS Presentation</Application>
  <PresentationFormat>Custom</PresentationFormat>
  <Paragraphs>150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Administrator</dc:creator>
  <cp:lastModifiedBy>M Wahaj Sajid Ali</cp:lastModifiedBy>
  <cp:revision>70</cp:revision>
  <dcterms:created xsi:type="dcterms:W3CDTF">2025-07-23T00:59:00Z</dcterms:created>
  <dcterms:modified xsi:type="dcterms:W3CDTF">2026-07-05T04:06:50Z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BBFC89AF5782492DA2973F42D69B8A80_11</vt:lpwstr>
  </property>
  <property fmtid="{D5CDD505-2E9C-101B-9397-08002B2CF9AE}" pid="3" name="KSOProductBuildVer">
    <vt:lpwstr>2057-12.2.0.23203</vt:lpwstr>
  </property>
</Properties>
</file>
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46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9060" y="130810"/>
          <a:ext cx="11998960" cy="655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740"/>
                <a:gridCol w="2999740"/>
                <a:gridCol w="2999740"/>
                <a:gridCol w="2999740"/>
              </a:tblGrid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Method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Dice WT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Dice TC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Dice ET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0.913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0.900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0.881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LATUP-NET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0.800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0.794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0.813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MedNeXt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0.850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0.854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0.858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nnUnet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0.897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0.885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0.886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Unet++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0.823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0.848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0.865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Unet3+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0.822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0.837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2500">
                          <a:latin typeface="Times New Roman" panose="02020603050405020304" charset="0"/>
                          <a:cs typeface="Times New Roman" panose="02020603050405020304" charset="0"/>
                        </a:rPr>
                        <a:t>0.845</a:t>
                      </a:r>
                      <a:endParaRPr lang="en-US" altLang="en-GB" sz="25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4*515"/>
  <p:tag name="TABLE_ENDDRAG_RECT" val="7*10*944*5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Presentation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Wahaj Sajid</dc:creator>
  <cp:lastModifiedBy>M Wahaj Sajid Ali</cp:lastModifiedBy>
  <cp:revision>16</cp:revision>
  <dcterms:created xsi:type="dcterms:W3CDTF">2025-07-23T00:59:00Z</dcterms:created>
  <dcterms:modified xsi:type="dcterms:W3CDTF">2026-07-12T03:45:41Z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83B1210C67FF4F63B626F5587B9FD47B_11</vt:lpwstr>
  </property>
  <property fmtid="{D5CDD505-2E9C-101B-9397-08002B2CF9AE}" pid="3" name="KSOProductBuildVer">
    <vt:lpwstr>2057-12.2.0.23206</vt:lpwstr>
  </property>
</Properties>
</file>